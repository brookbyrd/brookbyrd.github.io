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85" d="100"/>
          <a:sy n="85" d="100"/>
        </p:scale>
        <p:origin x="2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C47D7-9521-4A9B-A2C8-685D2A19785E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00D18-CA8F-434A-A01D-AC06A86B3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454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C47D7-9521-4A9B-A2C8-685D2A19785E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00D18-CA8F-434A-A01D-AC06A86B3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332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C47D7-9521-4A9B-A2C8-685D2A19785E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00D18-CA8F-434A-A01D-AC06A86B3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384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C47D7-9521-4A9B-A2C8-685D2A19785E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00D18-CA8F-434A-A01D-AC06A86B3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411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C47D7-9521-4A9B-A2C8-685D2A19785E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00D18-CA8F-434A-A01D-AC06A86B3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749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C47D7-9521-4A9B-A2C8-685D2A19785E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00D18-CA8F-434A-A01D-AC06A86B3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000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C47D7-9521-4A9B-A2C8-685D2A19785E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00D18-CA8F-434A-A01D-AC06A86B3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960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C47D7-9521-4A9B-A2C8-685D2A19785E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00D18-CA8F-434A-A01D-AC06A86B3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623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C47D7-9521-4A9B-A2C8-685D2A19785E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00D18-CA8F-434A-A01D-AC06A86B3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852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C47D7-9521-4A9B-A2C8-685D2A19785E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00D18-CA8F-434A-A01D-AC06A86B3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093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C47D7-9521-4A9B-A2C8-685D2A19785E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00D18-CA8F-434A-A01D-AC06A86B3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701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6C47D7-9521-4A9B-A2C8-685D2A19785E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400D18-CA8F-434A-A01D-AC06A86B3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698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Optimization Quiz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12/3/19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134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Write the equation for the cost function.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175" y="3096525"/>
            <a:ext cx="3295650" cy="19335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962" y="5165037"/>
            <a:ext cx="2886075" cy="8572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242228" y="2943459"/>
            <a:ext cx="3970638" cy="32335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749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are the two main types of optimization algorithms?</a:t>
            </a:r>
          </a:p>
          <a:p>
            <a:r>
              <a:rPr lang="en-US" dirty="0" smtClean="0"/>
              <a:t>Give an example of each.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deterministic algorithms like the gradient </a:t>
            </a:r>
            <a:r>
              <a:rPr lang="en-US" dirty="0" smtClean="0">
                <a:solidFill>
                  <a:schemeClr val="bg1"/>
                </a:solidFill>
              </a:rPr>
              <a:t>approach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These techniques are applied to optimization </a:t>
            </a:r>
            <a:r>
              <a:rPr lang="en-US" dirty="0" smtClean="0">
                <a:solidFill>
                  <a:schemeClr val="bg1"/>
                </a:solidFill>
              </a:rPr>
              <a:t>problems where </a:t>
            </a:r>
            <a:r>
              <a:rPr lang="en-US" dirty="0">
                <a:solidFill>
                  <a:schemeClr val="bg1"/>
                </a:solidFill>
              </a:rPr>
              <a:t>the objective functions are convex </a:t>
            </a:r>
            <a:r>
              <a:rPr lang="en-US" dirty="0" smtClean="0">
                <a:solidFill>
                  <a:schemeClr val="bg1"/>
                </a:solidFill>
              </a:rPr>
              <a:t>and therefore </a:t>
            </a:r>
            <a:r>
              <a:rPr lang="en-US" dirty="0">
                <a:solidFill>
                  <a:schemeClr val="bg1"/>
                </a:solidFill>
              </a:rPr>
              <a:t>only a global minimum and no local </a:t>
            </a:r>
            <a:r>
              <a:rPr lang="en-US" dirty="0" smtClean="0">
                <a:solidFill>
                  <a:schemeClr val="bg1"/>
                </a:solidFill>
              </a:rPr>
              <a:t>minima exist </a:t>
            </a:r>
          </a:p>
          <a:p>
            <a:pPr lvl="2"/>
            <a:r>
              <a:rPr lang="en-US" dirty="0" smtClean="0">
                <a:solidFill>
                  <a:schemeClr val="bg1"/>
                </a:solidFill>
              </a:rPr>
              <a:t>Fast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stochastic methods, like </a:t>
            </a:r>
            <a:r>
              <a:rPr lang="en-US" dirty="0" smtClean="0">
                <a:solidFill>
                  <a:schemeClr val="bg1"/>
                </a:solidFill>
              </a:rPr>
              <a:t>simulated annealing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6102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66</Words>
  <Application>Microsoft Office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Optimization Quiz</vt:lpstr>
      <vt:lpstr>Q1</vt:lpstr>
      <vt:lpstr>Q2</vt:lpstr>
    </vt:vector>
  </TitlesOfParts>
  <Company>Penn Medicine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Optimization Quiz</dc:title>
  <dc:creator>O'Reilly, Shannon</dc:creator>
  <cp:lastModifiedBy>O'Reilly, Shannon</cp:lastModifiedBy>
  <cp:revision>3</cp:revision>
  <dcterms:created xsi:type="dcterms:W3CDTF">2019-12-03T18:22:27Z</dcterms:created>
  <dcterms:modified xsi:type="dcterms:W3CDTF">2022-11-08T19:31:24Z</dcterms:modified>
</cp:coreProperties>
</file>