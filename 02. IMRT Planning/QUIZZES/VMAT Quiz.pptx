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3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F58-308D-4534-800F-55B56B33E102}" type="datetimeFigureOut">
              <a:rPr lang="en-US" smtClean="0"/>
              <a:t>11/11/2019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D77CF-A642-485A-B7B0-F8C3EBD99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8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F58-308D-4534-800F-55B56B33E102}" type="datetimeFigureOut">
              <a:rPr lang="en-US" smtClean="0"/>
              <a:t>11/11/2019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D77CF-A642-485A-B7B0-F8C3EBD99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66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F58-308D-4534-800F-55B56B33E102}" type="datetimeFigureOut">
              <a:rPr lang="en-US" smtClean="0"/>
              <a:t>11/11/2019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D77CF-A642-485A-B7B0-F8C3EBD99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61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F58-308D-4534-800F-55B56B33E102}" type="datetimeFigureOut">
              <a:rPr lang="en-US" smtClean="0"/>
              <a:t>11/11/2019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D77CF-A642-485A-B7B0-F8C3EBD99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92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F58-308D-4534-800F-55B56B33E102}" type="datetimeFigureOut">
              <a:rPr lang="en-US" smtClean="0"/>
              <a:t>11/11/2019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D77CF-A642-485A-B7B0-F8C3EBD99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00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F58-308D-4534-800F-55B56B33E102}" type="datetimeFigureOut">
              <a:rPr lang="en-US" smtClean="0"/>
              <a:t>11/11/2019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D77CF-A642-485A-B7B0-F8C3EBD99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64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F58-308D-4534-800F-55B56B33E102}" type="datetimeFigureOut">
              <a:rPr lang="en-US" smtClean="0"/>
              <a:t>11/11/2019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D77CF-A642-485A-B7B0-F8C3EBD99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30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F58-308D-4534-800F-55B56B33E102}" type="datetimeFigureOut">
              <a:rPr lang="en-US" smtClean="0"/>
              <a:t>11/11/2019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D77CF-A642-485A-B7B0-F8C3EBD99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9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F58-308D-4534-800F-55B56B33E102}" type="datetimeFigureOut">
              <a:rPr lang="en-US" smtClean="0"/>
              <a:t>11/11/2019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D77CF-A642-485A-B7B0-F8C3EBD99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80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F58-308D-4534-800F-55B56B33E102}" type="datetimeFigureOut">
              <a:rPr lang="en-US" smtClean="0"/>
              <a:t>11/11/2019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D77CF-A642-485A-B7B0-F8C3EBD99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3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6F58-308D-4534-800F-55B56B33E102}" type="datetimeFigureOut">
              <a:rPr lang="en-US" smtClean="0"/>
              <a:t>11/11/2019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D77CF-A642-485A-B7B0-F8C3EBD99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76F58-308D-4534-800F-55B56B33E102}" type="datetimeFigureOut">
              <a:rPr lang="en-US" smtClean="0"/>
              <a:t>11/11/2019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D77CF-A642-485A-B7B0-F8C3EBD99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383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VMAT Quiz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11/11/19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03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Explain these two equations.  </a:t>
            </a:r>
            <a:br>
              <a:rPr lang="en-US" dirty="0" smtClean="0"/>
            </a:br>
            <a:r>
              <a:rPr lang="en-US" dirty="0" smtClean="0"/>
              <a:t>What two factors are being optimized?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49066" y="1921476"/>
            <a:ext cx="168592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72866" y="2683476"/>
            <a:ext cx="43815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25266" y="4283676"/>
            <a:ext cx="1990725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49066" y="5045676"/>
            <a:ext cx="352425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47020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Describe the process of progressive sampling.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066" y="2858195"/>
            <a:ext cx="8321761" cy="228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954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Describe the advantages and disadvantages of VMAT as compared to standard IMRT or 3D.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777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Describe these figures.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480" y="2827479"/>
            <a:ext cx="8205927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717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VMAT Quiz</vt:lpstr>
      <vt:lpstr>Q1</vt:lpstr>
      <vt:lpstr>Q2</vt:lpstr>
      <vt:lpstr>Q3</vt:lpstr>
      <vt:lpstr>Q4</vt:lpstr>
    </vt:vector>
  </TitlesOfParts>
  <Company>Penn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VMAT Quiz</dc:title>
  <dc:creator>O'Reilly, Shannon</dc:creator>
  <cp:lastModifiedBy>O'Reilly, Shannon</cp:lastModifiedBy>
  <cp:revision>1</cp:revision>
  <dcterms:created xsi:type="dcterms:W3CDTF">2019-11-11T11:37:41Z</dcterms:created>
  <dcterms:modified xsi:type="dcterms:W3CDTF">2019-11-11T11:37:46Z</dcterms:modified>
</cp:coreProperties>
</file>