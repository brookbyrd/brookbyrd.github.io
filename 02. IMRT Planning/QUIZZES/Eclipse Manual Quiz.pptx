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8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00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7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2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0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9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9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4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2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9F3EF-A161-4316-9639-B2ED8DF6FFBA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5BA54-D7A1-44A4-BC3A-A3335DEBE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3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Eclipse Manual Quiz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12/19/19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81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does AAA stand for?</a:t>
            </a:r>
          </a:p>
          <a:p>
            <a:r>
              <a:rPr lang="en-US" dirty="0" smtClean="0"/>
              <a:t>Explain the AAA algorithm.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3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is AAA known to be inaccurate?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55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Explain the meaning of MR levels?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44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Explain how the tongue and groove effect is modeled in TPS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Explain how CT data is handled in the TPS for dose calculation.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3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Eclipse Manual Quiz</vt:lpstr>
      <vt:lpstr>Q1</vt:lpstr>
      <vt:lpstr>Q2</vt:lpstr>
      <vt:lpstr>Q3</vt:lpstr>
      <vt:lpstr>Q4</vt:lpstr>
      <vt:lpstr>Q5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Eclipse Manual Quiz</dc:title>
  <dc:creator>O'Reilly, Shannon</dc:creator>
  <cp:lastModifiedBy>O'Reilly, Shannon</cp:lastModifiedBy>
  <cp:revision>1</cp:revision>
  <dcterms:created xsi:type="dcterms:W3CDTF">2019-12-19T01:40:14Z</dcterms:created>
  <dcterms:modified xsi:type="dcterms:W3CDTF">2019-12-19T01:40:20Z</dcterms:modified>
</cp:coreProperties>
</file>