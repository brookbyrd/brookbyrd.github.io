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7"/>
  </p:sldMasterIdLst>
  <p:notesMasterIdLst>
    <p:notesMasterId r:id="rId30"/>
  </p:notesMasterIdLst>
  <p:sldIdLst>
    <p:sldId id="3276" r:id="rId8"/>
    <p:sldId id="3300" r:id="rId9"/>
    <p:sldId id="3305" r:id="rId10"/>
    <p:sldId id="3303" r:id="rId11"/>
    <p:sldId id="3302" r:id="rId12"/>
    <p:sldId id="3304" r:id="rId13"/>
    <p:sldId id="3315" r:id="rId14"/>
    <p:sldId id="3301" r:id="rId15"/>
    <p:sldId id="3307" r:id="rId16"/>
    <p:sldId id="3310" r:id="rId17"/>
    <p:sldId id="3311" r:id="rId18"/>
    <p:sldId id="3309" r:id="rId19"/>
    <p:sldId id="3314" r:id="rId20"/>
    <p:sldId id="3316" r:id="rId21"/>
    <p:sldId id="3318" r:id="rId22"/>
    <p:sldId id="3321" r:id="rId23"/>
    <p:sldId id="3322" r:id="rId24"/>
    <p:sldId id="3320" r:id="rId25"/>
    <p:sldId id="3306" r:id="rId26"/>
    <p:sldId id="3312" r:id="rId27"/>
    <p:sldId id="3313" r:id="rId28"/>
    <p:sldId id="3242" r:id="rId29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9EC3E1"/>
    <a:srgbClr val="1F538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89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840C6-1F39-43ED-B27B-1FEC6C3829D7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21C0D-9E07-4C74-9A59-193F61F628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85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70CD4-B29B-1847-9ED9-8C0CAA5D477B}" type="datetime1">
              <a:rPr lang="en-US" smtClean="0"/>
              <a:t>8/5/2025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1592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 with Shi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B16BA09-5E0E-9342-7B5F-208FB49230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5504" y="719138"/>
            <a:ext cx="4885771" cy="5605380"/>
          </a:xfrm>
          <a:prstGeom prst="rect">
            <a:avLst/>
          </a:prstGeom>
        </p:spPr>
      </p:pic>
      <p:sp>
        <p:nvSpPr>
          <p:cNvPr id="14" name="Background">
            <a:extLst>
              <a:ext uri="{FF2B5EF4-FFF2-40B4-BE49-F238E27FC236}">
                <a16:creationId xmlns:a16="http://schemas.microsoft.com/office/drawing/2014/main" id="{839A0678-D339-25B7-6999-A7B668AB1E90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11000">
                <a:schemeClr val="bg1">
                  <a:alpha val="0"/>
                </a:schemeClr>
              </a:gs>
              <a:gs pos="51000">
                <a:schemeClr val="bg1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79776-6271-610E-408A-1979D992D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7769" y="3160800"/>
            <a:ext cx="10733505" cy="1782000"/>
          </a:xfrm>
        </p:spPr>
        <p:txBody>
          <a:bodyPr anchor="t" anchorCtr="0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CFD3E-F412-8675-6657-903BBC4AEE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703600"/>
            <a:ext cx="10733504" cy="306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C2F6-5F98-FD07-6484-736D32FD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000" y="6008400"/>
            <a:ext cx="5195025" cy="180000"/>
          </a:xfr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57609A8A-1914-421F-B9DC-E16EFA8C0B09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0C60A4DE-3004-2078-21A1-A22A8232DC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Line top Placeholder 20">
            <a:extLst>
              <a:ext uri="{FF2B5EF4-FFF2-40B4-BE49-F238E27FC236}">
                <a16:creationId xmlns:a16="http://schemas.microsoft.com/office/drawing/2014/main" id="{429036CE-F069-70FC-AB80-D514C7A6E5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F62758-C109-9421-029F-4D65AB2D2D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725" y="5568027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1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name</a:t>
            </a:r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4E07CEB-1ACA-B0DC-CACD-3717AF286F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5785044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title</a:t>
            </a:r>
            <a:endParaRPr lang="en-GB" dirty="0"/>
          </a:p>
        </p:txBody>
      </p:sp>
      <p:pic>
        <p:nvPicPr>
          <p:cNvPr id="1075133346" name="Picture 7" descr="{&quot;templafy&quot;:{&quot;id&quot;:&quot;30901234-f399-4a94-9bd1-5eabdf747fc7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99" y="699175"/>
            <a:ext cx="4322438" cy="72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38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3906" userDrawn="1">
          <p15:clr>
            <a:srgbClr val="8F8F8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 with Shield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4CDB109-2703-E004-DAD3-0A9F90171F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5504" y="719138"/>
            <a:ext cx="4885771" cy="56053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EC7E38D-B81D-FC40-15B1-DC990195C275}"/>
              </a:ext>
            </a:extLst>
          </p:cNvPr>
          <p:cNvSpPr/>
          <p:nvPr userDrawn="1"/>
        </p:nvSpPr>
        <p:spPr>
          <a:xfrm rot="10800000">
            <a:off x="-1" y="-1"/>
            <a:ext cx="12178055" cy="6857999"/>
          </a:xfrm>
          <a:prstGeom prst="rect">
            <a:avLst/>
          </a:prstGeom>
          <a:gradFill flip="none" rotWithShape="1">
            <a:gsLst>
              <a:gs pos="94000">
                <a:schemeClr val="accent3"/>
              </a:gs>
              <a:gs pos="0">
                <a:schemeClr val="accent1">
                  <a:alpha val="0"/>
                </a:schemeClr>
              </a:gs>
              <a:gs pos="71000">
                <a:srgbClr val="15417F"/>
              </a:gs>
              <a:gs pos="43000">
                <a:schemeClr val="accent1">
                  <a:alpha val="96549"/>
                </a:schemeClr>
              </a:gs>
              <a:gs pos="16000">
                <a:schemeClr val="accent1">
                  <a:alpha val="5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79776-6271-610E-408A-1979D992D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60800"/>
            <a:ext cx="10733505" cy="1782000"/>
          </a:xfrm>
        </p:spPr>
        <p:txBody>
          <a:bodyPr anchor="t" anchorCtr="0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CFD3E-F412-8675-6657-903BBC4AEE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703600"/>
            <a:ext cx="10733504" cy="306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C2F6-5F98-FD07-6484-736D32FD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000" y="6008400"/>
            <a:ext cx="5195025" cy="1800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23D32DE1-5AEA-47F7-AB4D-7BF6C0515EFF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0C60A4DE-3004-2078-21A1-A22A8232DC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pic>
        <p:nvPicPr>
          <p:cNvPr id="1714908128" name="Picture 5" descr="{&quot;templafy&quot;:{&quot;id&quot;:&quot;727798fb-93ec-4ae5-a5bd-5308d7c40665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70" y="702906"/>
            <a:ext cx="4322438" cy="725487"/>
          </a:xfrm>
          <a:prstGeom prst="rect">
            <a:avLst/>
          </a:prstGeom>
        </p:spPr>
      </p:pic>
      <p:sp>
        <p:nvSpPr>
          <p:cNvPr id="10" name="Line top Placeholder 20">
            <a:extLst>
              <a:ext uri="{FF2B5EF4-FFF2-40B4-BE49-F238E27FC236}">
                <a16:creationId xmlns:a16="http://schemas.microsoft.com/office/drawing/2014/main" id="{429036CE-F069-70FC-AB80-D514C7A6E5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F62758-C109-9421-029F-4D65AB2D2D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000" y="5548700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name</a:t>
            </a:r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4E07CEB-1ACA-B0DC-CACD-3717AF286F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5774000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56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8F8F8F"/>
          </p15:clr>
        </p15:guide>
        <p15:guide id="2" orient="horz" pos="3906" userDrawn="1">
          <p15:clr>
            <a:srgbClr val="8F8F8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 with Confidential Statement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C753663D-E098-B93B-3E15-3DB8D2D8F8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5504" y="719138"/>
            <a:ext cx="4885771" cy="5605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D5AB2CE-B33D-1B37-2E06-5DF32D905889}"/>
              </a:ext>
            </a:extLst>
          </p:cNvPr>
          <p:cNvSpPr/>
          <p:nvPr userDrawn="1"/>
        </p:nvSpPr>
        <p:spPr>
          <a:xfrm rot="10800000">
            <a:off x="0" y="1"/>
            <a:ext cx="12178055" cy="5557138"/>
          </a:xfrm>
          <a:prstGeom prst="rect">
            <a:avLst/>
          </a:prstGeom>
          <a:gradFill flip="none" rotWithShape="1">
            <a:gsLst>
              <a:gs pos="100000">
                <a:schemeClr val="accent3"/>
              </a:gs>
              <a:gs pos="0">
                <a:schemeClr val="accent1">
                  <a:alpha val="0"/>
                </a:schemeClr>
              </a:gs>
              <a:gs pos="71000">
                <a:srgbClr val="15417F"/>
              </a:gs>
              <a:gs pos="51000">
                <a:schemeClr val="accent1">
                  <a:alpha val="90000"/>
                </a:schemeClr>
              </a:gs>
              <a:gs pos="16000">
                <a:schemeClr val="accent1">
                  <a:alpha val="5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79776-6271-610E-408A-1979D992D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015152"/>
            <a:ext cx="10733505" cy="1296000"/>
          </a:xfrm>
        </p:spPr>
        <p:txBody>
          <a:bodyPr anchor="t" anchorCtr="0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CFD3E-F412-8675-6657-903BBC4AEE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600550"/>
            <a:ext cx="10733504" cy="306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C2F6-5F98-FD07-6484-736D32FD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000" y="4941020"/>
            <a:ext cx="5195025" cy="1800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1281E854-5BE2-4ED5-AF4A-06CCCE119B05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0C60A4DE-3004-2078-21A1-A22A8232DC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pic>
        <p:nvPicPr>
          <p:cNvPr id="1737974633" name="Picture 5" descr="{&quot;templafy&quot;:{&quot;id&quot;:&quot;539ce546-0ecd-4010-9fa9-987f56adaa25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70" y="702906"/>
            <a:ext cx="4322438" cy="725487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F62758-C109-9421-029F-4D65AB2D2D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000" y="4481920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name</a:t>
            </a:r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4E07CEB-1ACA-B0DC-CACD-3717AF286F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4706499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1A22EB-BD03-D54C-510B-9450ECC7F9DD}"/>
              </a:ext>
            </a:extLst>
          </p:cNvPr>
          <p:cNvSpPr/>
          <p:nvPr userDrawn="1"/>
        </p:nvSpPr>
        <p:spPr bwMode="auto">
          <a:xfrm>
            <a:off x="0" y="5566321"/>
            <a:ext cx="121920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11" name="Line top Placeholder 20">
            <a:extLst>
              <a:ext uri="{FF2B5EF4-FFF2-40B4-BE49-F238E27FC236}">
                <a16:creationId xmlns:a16="http://schemas.microsoft.com/office/drawing/2014/main" id="{BDD14DD9-CE12-CB1D-F34C-E1CF891B53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5530321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11FCB7A-8CF2-FF56-27FD-1990B8CFF15A}"/>
              </a:ext>
            </a:extLst>
          </p:cNvPr>
          <p:cNvSpPr txBox="1">
            <a:spLocks/>
          </p:cNvSpPr>
          <p:nvPr userDrawn="1"/>
        </p:nvSpPr>
        <p:spPr>
          <a:xfrm>
            <a:off x="635001" y="6139752"/>
            <a:ext cx="10827546" cy="271145"/>
          </a:xfrm>
          <a:prstGeom prst="rect">
            <a:avLst/>
          </a:prstGeom>
        </p:spPr>
        <p:txBody>
          <a:bodyPr/>
          <a:lstStyle>
            <a:lvl1pPr marL="136800" indent="-136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Font typeface="Calibri Light" panose="020F030202020403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73600" indent="-136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  <a:buClr>
                <a:srgbClr val="9EC3E1"/>
              </a:buClr>
              <a:buFont typeface="Calibri Light" panose="020F0302020204030204" pitchFamily="34" charset="0"/>
              <a:buChar char="•"/>
              <a:defRPr sz="16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410400" indent="-1368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Font typeface="Calibri Light" panose="020F0302020204030204" pitchFamily="34" charset="0"/>
              <a:buChar char="•"/>
              <a:defRPr sz="16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Calibri Light" panose="020F0302020204030204" pitchFamily="34" charset="0"/>
              <a:buChar char="​"/>
              <a:defRPr sz="2800" b="1" kern="1200" cap="all" spc="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alibri Light" panose="020F0302020204030204" pitchFamily="34" charset="0"/>
              <a:buChar char="​"/>
              <a:tabLst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Berlingske Serif Text Office"/>
              <a:buNone/>
              <a:defRPr sz="1600" b="1" kern="1200" cap="all" spc="18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Calibri Light" panose="020F0302020204030204" pitchFamily="34" charset="0"/>
              <a:buChar char="​"/>
              <a:tabLst/>
              <a:defRPr sz="1200" b="0" kern="1200" cap="none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36800" marR="0" indent="-1368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74000"/>
              </a:lnSpc>
              <a:spcBef>
                <a:spcPts val="1200"/>
              </a:spcBef>
              <a:spcAft>
                <a:spcPts val="1200"/>
              </a:spcAft>
              <a:buFont typeface="Calibri Light" panose="020F0302020204030204" pitchFamily="34" charset="0"/>
              <a:buChar char="​"/>
              <a:defRPr sz="7500" kern="1200" cap="all" baseline="0">
                <a:solidFill>
                  <a:srgbClr val="D8E7F3"/>
                </a:solidFill>
                <a:latin typeface="+mj-lt"/>
                <a:ea typeface="+mn-ea"/>
                <a:cs typeface="+mn-cs"/>
              </a:defRPr>
            </a:lvl9pPr>
          </a:lstStyle>
          <a:p>
            <a:pPr lvl="6"/>
            <a:r>
              <a:rPr lang="en-GB" sz="1000" b="1" dirty="0"/>
              <a:t>CONFIDENTIAL – DO NOT DISTRIBUTE: </a:t>
            </a:r>
            <a:r>
              <a:rPr lang="en-GB" sz="1000" dirty="0"/>
              <a:t>This presentation contains confidential information and is presented only with the understanding that it’s contents and ideas with not be shared with external groups.</a:t>
            </a:r>
          </a:p>
        </p:txBody>
      </p:sp>
    </p:spTree>
    <p:extLst>
      <p:ext uri="{BB962C8B-B14F-4D97-AF65-F5344CB8AC3E}">
        <p14:creationId xmlns:p14="http://schemas.microsoft.com/office/powerpoint/2010/main" val="158287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8F8F8F"/>
          </p15:clr>
        </p15:guide>
        <p15:guide id="2" orient="horz" pos="3974" userDrawn="1">
          <p15:clr>
            <a:srgbClr val="8F8F8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D420-908F-5B61-4A62-D08775D7B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8" y="720000"/>
            <a:ext cx="3344400" cy="5414400"/>
          </a:xfrm>
        </p:spPr>
        <p:txBody>
          <a:bodyPr anchor="ctr" anchorCtr="0"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 dirty="0"/>
              <a:t>Click to add Agenda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73473-00D3-EA4E-9912-9AFB4C8B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3CDF-656B-40DF-A44D-D2F3ED273D2A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4E47-E74D-FD10-F0BD-556D34D4EA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0091B6-D998-5867-4730-E29A7BBC327C}"/>
              </a:ext>
            </a:extLst>
          </p:cNvPr>
          <p:cNvCxnSpPr>
            <a:cxnSpLocks/>
          </p:cNvCxnSpPr>
          <p:nvPr userDrawn="1"/>
        </p:nvCxnSpPr>
        <p:spPr>
          <a:xfrm>
            <a:off x="4254919" y="719138"/>
            <a:ext cx="0" cy="5418137"/>
          </a:xfrm>
          <a:prstGeom prst="line">
            <a:avLst/>
          </a:prstGeom>
          <a:ln w="2540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FDBB6-507E-07B9-8F7A-2FF96DCC72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3200" y="720000"/>
            <a:ext cx="5040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0BD2689-42EB-47E4-CA47-227CF851A5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0800" y="720000"/>
            <a:ext cx="59688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Click to add agenda point, one line</a:t>
            </a:r>
          </a:p>
        </p:txBody>
      </p:sp>
      <p:sp>
        <p:nvSpPr>
          <p:cNvPr id="6" name="Guides" hidden="1">
            <a:extLst>
              <a:ext uri="{FF2B5EF4-FFF2-40B4-BE49-F238E27FC236}">
                <a16:creationId xmlns:a16="http://schemas.microsoft.com/office/drawing/2014/main" id="{3638FD4C-1242-FA12-1AE1-9624BF414B2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152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5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D420-908F-5B61-4A62-D08775D7B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8" y="720000"/>
            <a:ext cx="3344400" cy="5414400"/>
          </a:xfrm>
        </p:spPr>
        <p:txBody>
          <a:bodyPr anchor="ctr" anchorCtr="0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add Agenda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73473-00D3-EA4E-9912-9AFB4C8B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82513-91ED-49E8-BB16-F8C25139E51E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4E47-E74D-FD10-F0BD-556D34D4EA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0091B6-D998-5867-4730-E29A7BBC327C}"/>
              </a:ext>
            </a:extLst>
          </p:cNvPr>
          <p:cNvCxnSpPr>
            <a:cxnSpLocks/>
          </p:cNvCxnSpPr>
          <p:nvPr userDrawn="1"/>
        </p:nvCxnSpPr>
        <p:spPr>
          <a:xfrm>
            <a:off x="4254919" y="719138"/>
            <a:ext cx="0" cy="5418137"/>
          </a:xfrm>
          <a:prstGeom prst="line">
            <a:avLst/>
          </a:prstGeom>
          <a:ln w="2540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FDBB6-507E-07B9-8F7A-2FF96DCC72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3200" y="720000"/>
            <a:ext cx="5040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rgbClr val="9EC3E1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rgbClr val="9EC3E1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0BD2689-42EB-47E4-CA47-227CF851A5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0800" y="720000"/>
            <a:ext cx="59688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Click to add agenda point, one line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F71C5786-03E4-BADA-2C63-BC735E4C49C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Footers" descr="{&quot;templafy&quot;:{&quot;id&quot;:&quot;b629212b-aba2-422f-a8af-fd93b3a4d254&quot;}}">
            <a:extLst>
              <a:ext uri="{FF2B5EF4-FFF2-40B4-BE49-F238E27FC236}">
                <a16:creationId xmlns:a16="http://schemas.microsoft.com/office/drawing/2014/main" id="{7F5AAA95-4262-DACC-6539-F83764B3EBBF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456125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5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070000"/>
            <a:ext cx="7408800" cy="4068000"/>
          </a:xfrm>
        </p:spPr>
        <p:txBody>
          <a:bodyPr anchor="t" anchorCtr="0">
            <a:noAutofit/>
          </a:bodyPr>
          <a:lstStyle>
            <a:lvl1pPr algn="l">
              <a:lnSpc>
                <a:spcPct val="70000"/>
              </a:lnSpc>
              <a:defRPr sz="8800" spc="2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720000"/>
            <a:ext cx="7408800" cy="99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800" b="1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Line top Placeholder 20">
            <a:extLst>
              <a:ext uri="{FF2B5EF4-FFF2-40B4-BE49-F238E27FC236}">
                <a16:creationId xmlns:a16="http://schemas.microsoft.com/office/drawing/2014/main" id="{A191D59F-2E4F-9DFD-FEAC-7FF6480D86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26988C-588C-2C8A-2DC0-5D2C99DF44F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2E74317-74BB-4C73-824A-3955BCCA0781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F47F8-2FA5-B3C4-62D6-146B019264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Guides" hidden="1">
            <a:extLst>
              <a:ext uri="{FF2B5EF4-FFF2-40B4-BE49-F238E27FC236}">
                <a16:creationId xmlns:a16="http://schemas.microsoft.com/office/drawing/2014/main" id="{7C09ABE0-4AC7-DE98-E246-798BA091147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7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36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C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070000"/>
            <a:ext cx="7408800" cy="4068000"/>
          </a:xfrm>
        </p:spPr>
        <p:txBody>
          <a:bodyPr anchor="t" anchorCtr="0">
            <a:noAutofit/>
          </a:bodyPr>
          <a:lstStyle>
            <a:lvl1pPr algn="l">
              <a:lnSpc>
                <a:spcPct val="70000"/>
              </a:lnSpc>
              <a:defRPr sz="8800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720000"/>
            <a:ext cx="7408800" cy="99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800" b="1" cap="none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11D6ED-18FC-4351-A9FE-025C0FB09528}" type="datetime1">
              <a:rPr lang="en-US" smtClean="0"/>
              <a:t>8/5/2025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7AE78B8-0EB3-C024-37F4-F509882235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Footers" descr="{&quot;templafy&quot;:{&quot;id&quot;:&quot;5e7a4020-5197-42b5-a0a1-76d93439fe1b&quot;}}">
            <a:extLst>
              <a:ext uri="{FF2B5EF4-FFF2-40B4-BE49-F238E27FC236}">
                <a16:creationId xmlns:a16="http://schemas.microsoft.com/office/drawing/2014/main" id="{5AE369FE-ED76-6EEE-3247-2A919AD7045B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402448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36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Divider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9F58F5-2DFB-439C-AF02-4BA0853C31FC}" type="datetime1">
              <a:rPr lang="en-US" smtClean="0"/>
              <a:t>8/5/2025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18E4D93D-2A45-24EA-FE18-43B286D00E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39b31465-7178-466a-8f42-3e4972402eff&quot;}}">
            <a:extLst>
              <a:ext uri="{FF2B5EF4-FFF2-40B4-BE49-F238E27FC236}">
                <a16:creationId xmlns:a16="http://schemas.microsoft.com/office/drawing/2014/main" id="{A24A8258-9B07-0170-490D-F13D7253F27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702440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Divider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BBCA3E-995C-4E9F-80E0-921E49356626}" type="datetime1">
              <a:rPr lang="en-US" smtClean="0"/>
              <a:t>8/5/2025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EEFCB10F-81AA-2405-D116-45EC5887718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62dd52fa-754b-4464-afdb-3af5137dce98&quot;}}">
            <a:extLst>
              <a:ext uri="{FF2B5EF4-FFF2-40B4-BE49-F238E27FC236}">
                <a16:creationId xmlns:a16="http://schemas.microsoft.com/office/drawing/2014/main" id="{A5498BB6-9C05-CEB9-2389-021308A18C5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309394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F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Divider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045064-52C9-4B64-812A-E8FB430617A0}" type="datetime1">
              <a:rPr lang="en-US" smtClean="0"/>
              <a:t>8/5/2025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5CB14299-9B5F-BF3A-D63A-A282BCE062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5b4eea74-9d13-4e44-9b2c-0f08819b6c97&quot;}}">
            <a:extLst>
              <a:ext uri="{FF2B5EF4-FFF2-40B4-BE49-F238E27FC236}">
                <a16:creationId xmlns:a16="http://schemas.microsoft.com/office/drawing/2014/main" id="{F9DD6C23-C8F9-1547-9614-BEBD6DAFD0D9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419005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Divider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ED07A5-5FEE-4580-80E9-25572AA9E522}" type="datetime1">
              <a:rPr lang="en-US" smtClean="0"/>
              <a:t>8/5/2025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82F1C1D4-A570-C8D4-71E4-37223819B6F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32a703fa-8259-4557-962d-ab582f2249cc&quot;}}">
            <a:extLst>
              <a:ext uri="{FF2B5EF4-FFF2-40B4-BE49-F238E27FC236}">
                <a16:creationId xmlns:a16="http://schemas.microsoft.com/office/drawing/2014/main" id="{EBCD5668-E220-BAC0-653D-1464F201089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560272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H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Divider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9CD9E6-D136-41D9-9C1B-3630F489F26C}" type="datetime1">
              <a:rPr lang="en-US" smtClean="0"/>
              <a:t>8/5/2025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7CD447B1-6CDF-7A26-7C65-539832BE142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Footers" descr="{&quot;templafy&quot;:{&quot;id&quot;:&quot;78e4b136-0ecb-418f-b7bb-760dc4515bda&quot;}}">
            <a:extLst>
              <a:ext uri="{FF2B5EF4-FFF2-40B4-BE49-F238E27FC236}">
                <a16:creationId xmlns:a16="http://schemas.microsoft.com/office/drawing/2014/main" id="{91EF78B0-9F03-F314-B042-2A9C780D80D5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388349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713598"/>
            <a:ext cx="10752000" cy="44244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2000"/>
            </a:lvl1pPr>
            <a:lvl2pPr marL="396875" indent="-163513">
              <a:defRPr sz="1800"/>
            </a:lvl2pPr>
            <a:lvl3pPr marL="569913" indent="-173038">
              <a:tabLst/>
              <a:defRPr sz="1600"/>
            </a:lvl3pPr>
            <a:lvl4pPr marL="690563" indent="-120650">
              <a:defRPr sz="1600"/>
            </a:lvl4pPr>
            <a:lvl5pPr>
              <a:defRPr sz="2000"/>
            </a:lvl5pPr>
          </a:lstStyle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1500-96A6-41F7-A02D-4CFAEADCCBE9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0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E12FE-084B-44B4-8CB2-42327D1F40D1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20000" y="1839600"/>
            <a:ext cx="107520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300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71BA-DEC6-F3CD-0966-439080AF1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4B0AC-EFAA-1FCE-1F40-2E60B6B6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FF6C2-AB12-4064-807E-8AE65AC22834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6BC50-3655-09A2-54D0-991FCCB4D1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8E7446D-1AC7-A43F-ADC3-99ABFBDE93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Guides" hidden="1">
            <a:extLst>
              <a:ext uri="{FF2B5EF4-FFF2-40B4-BE49-F238E27FC236}">
                <a16:creationId xmlns:a16="http://schemas.microsoft.com/office/drawing/2014/main" id="{C47EC7B5-5579-B015-84D6-CEA96A4D5E9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974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CF56-797D-76D1-938F-9E4AB58E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DD9D7-320B-688A-C7E1-3A0DA324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B3FC-96FA-4486-9DB7-B140464B9EB8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08826-EFB1-9253-4DD9-529D28A14B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65832291-D52E-BC28-A4EE-FF28DF7F69C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193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713598"/>
            <a:ext cx="5196000" cy="4424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35CD-6F69-4445-B2F7-B00AFD645082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75999" y="1713599"/>
            <a:ext cx="5196000" cy="4424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8937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39600"/>
            <a:ext cx="5196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5BF9-5218-49CA-AA1D-DAEC70DB3BD9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75999" y="1839600"/>
            <a:ext cx="5196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A3CAC84-4261-E4FA-B805-4CB5CA0FA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29706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39600"/>
            <a:ext cx="3344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FDDDC-E918-4FD8-BA34-2E7E78CD1F18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75" y="1839600"/>
            <a:ext cx="3344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A3CAC84-4261-E4FA-B805-4CB5CA0FA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F96C7-6BF0-A4AA-E8A9-B7E0D8B90D3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28000" y="1839600"/>
            <a:ext cx="3344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0705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563E6-9313-4CF6-B79F-813F9A10054D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498000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A3CAC84-4261-E4FA-B805-4CB5CA0FA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F96C7-6BF0-A4AA-E8A9-B7E0D8B90D3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75999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5911BE-8839-F336-D549-40F51B1053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053275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3306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AC774-89BF-4D70-BEE9-7B397226C6D3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02800" y="720000"/>
            <a:ext cx="7970400" cy="54180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2415600" cy="25308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FEC81-69D3-F091-6AAB-584372D2CDC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9138" y="3556000"/>
            <a:ext cx="2416175" cy="2581275"/>
          </a:xfrm>
        </p:spPr>
        <p:txBody>
          <a:bodyPr/>
          <a:lstStyle>
            <a:lvl1pPr>
              <a:defRPr sz="4000" cap="all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Callout or stat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6113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2251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  <p15:guide id="29" orient="horz" pos="2047" userDrawn="1">
          <p15:clr>
            <a:srgbClr val="FF96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,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FE9E1-1C16-564A-C1BC-E967D9D8E31E}"/>
              </a:ext>
            </a:extLst>
          </p:cNvPr>
          <p:cNvSpPr/>
          <p:nvPr userDrawn="1"/>
        </p:nvSpPr>
        <p:spPr>
          <a:xfrm>
            <a:off x="8401200" y="0"/>
            <a:ext cx="3790800" cy="6858000"/>
          </a:xfrm>
          <a:prstGeom prst="rect">
            <a:avLst/>
          </a:prstGeom>
          <a:solidFill>
            <a:srgbClr val="EAEAEA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B4CB-86CE-44B7-BE95-4953FA94CDAC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000" y="1279218"/>
            <a:ext cx="70488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20000" y="1839600"/>
            <a:ext cx="70488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7048800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D4EAAFD-8308-55F9-E30C-5C801082C1B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787261" y="720000"/>
            <a:ext cx="2680837" cy="54180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s" descr="{&quot;templafy&quot;:{&quot;id&quot;:&quot;f6daa306-ad96-40f4-82cd-fef5cf89adf4&quot;}}">
            <a:extLst>
              <a:ext uri="{FF2B5EF4-FFF2-40B4-BE49-F238E27FC236}">
                <a16:creationId xmlns:a16="http://schemas.microsoft.com/office/drawing/2014/main" id="{1730DDFB-184E-CE5B-13B1-2A6F3A06ACE8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56462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FE9E1-1C16-564A-C1BC-E967D9D8E31E}"/>
              </a:ext>
            </a:extLst>
          </p:cNvPr>
          <p:cNvSpPr/>
          <p:nvPr userDrawn="1"/>
        </p:nvSpPr>
        <p:spPr>
          <a:xfrm>
            <a:off x="0" y="0"/>
            <a:ext cx="3790800" cy="6858000"/>
          </a:xfrm>
          <a:prstGeom prst="rect">
            <a:avLst/>
          </a:prstGeom>
          <a:solidFill>
            <a:srgbClr val="EAEAEA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2024062" cy="180000"/>
          </a:xfrm>
        </p:spPr>
        <p:txBody>
          <a:bodyPr/>
          <a:lstStyle/>
          <a:p>
            <a:fld id="{591495B1-DE0A-41E5-9654-3ECC3082F67B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4400" y="1279218"/>
            <a:ext cx="70488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24400" y="1839600"/>
            <a:ext cx="70488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400" y="720000"/>
            <a:ext cx="7048800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D4EAAFD-8308-55F9-E30C-5C801082C1B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0000" y="720000"/>
            <a:ext cx="2419200" cy="54180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510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eft -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614FC3F-8ED6-0751-6C51-3B2BEC1277D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00900" y="0"/>
            <a:ext cx="4991100" cy="6858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25F96-788E-46C9-BCDE-CFA9BA813CE9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000" y="1279218"/>
            <a:ext cx="612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20000" y="1839600"/>
            <a:ext cx="61220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6122000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Footers" descr="{&quot;templafy&quot;:{&quot;id&quot;:&quot;fe8e1a07-4725-46e9-b27d-111515b6a4b0&quot;}}">
            <a:extLst>
              <a:ext uri="{FF2B5EF4-FFF2-40B4-BE49-F238E27FC236}">
                <a16:creationId xmlns:a16="http://schemas.microsoft.com/office/drawing/2014/main" id="{F9EC4DD8-B03D-E94C-E682-0A9B26DCBF89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4092619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-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0E66B85-A497-806D-1EDC-07151561F0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991100" cy="6858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2024062" cy="180000"/>
          </a:xfrm>
        </p:spPr>
        <p:txBody>
          <a:bodyPr/>
          <a:lstStyle/>
          <a:p>
            <a:fld id="{B94F76F8-52E1-4289-AB7D-26E746A77F5E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275" y="1279218"/>
            <a:ext cx="612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49275" y="1839600"/>
            <a:ext cx="61220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275" y="720000"/>
            <a:ext cx="6122000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461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57D76C0-5C22-E359-CE79-F004D2181106}"/>
              </a:ext>
            </a:extLst>
          </p:cNvPr>
          <p:cNvSpPr/>
          <p:nvPr userDrawn="1"/>
        </p:nvSpPr>
        <p:spPr>
          <a:xfrm>
            <a:off x="0" y="0"/>
            <a:ext cx="5911200" cy="6858000"/>
          </a:xfrm>
          <a:prstGeom prst="rect">
            <a:avLst/>
          </a:prstGeom>
          <a:gradFill>
            <a:gsLst>
              <a:gs pos="60000">
                <a:schemeClr val="accent1"/>
              </a:gs>
              <a:gs pos="86000">
                <a:srgbClr val="1F538F"/>
              </a:gs>
              <a:gs pos="100000">
                <a:schemeClr val="accent3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4B986C-273B-43A0-ABC4-C29D131CCDA2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6296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DAE3EDE-9CDD-1054-DBC1-D9F83A0100D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0802" y="720000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8629CEFB-CC46-A8B8-01A0-9FC67CBA2F4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62752" y="720000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277AD4A9-73AA-FC1E-DFE4-E50DD96AC8A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80802" y="3607201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50F43CDD-BB71-2518-2700-3FC4FD0DB8F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062752" y="3607201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9138" y="3610800"/>
            <a:ext cx="46296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9728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2047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  <p15:guide id="29" orient="horz" pos="2273" userDrawn="1">
          <p15:clr>
            <a:srgbClr val="FF96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7C7E77F-BB40-4E38-957C-030A002550D3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9116D4-9E24-FD39-596E-CABCC875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2417762" cy="25308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AC1FBFE-B73D-7F3E-861B-16D1159B45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3607199"/>
            <a:ext cx="5195025" cy="2530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1355AA-2A1E-CBAB-020F-D1DB8E9422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8000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C93BC420-F68F-9B1C-F5A8-F0BAD3B826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5387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5B5E373-4E3B-480D-73B7-5EE07093D4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55099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Content Placeholder 17">
            <a:extLst>
              <a:ext uri="{FF2B5EF4-FFF2-40B4-BE49-F238E27FC236}">
                <a16:creationId xmlns:a16="http://schemas.microsoft.com/office/drawing/2014/main" id="{057CD0C9-80B1-7549-1BFB-01E5CBEA35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5387" y="36068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B322A81B-E399-B159-6C94-498E77BEEE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55099" y="36068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084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2047" userDrawn="1">
          <p15:clr>
            <a:srgbClr val="FF96FF"/>
          </p15:clr>
        </p15:guide>
        <p15:guide id="5" orient="horz" pos="2273" userDrawn="1">
          <p15:clr>
            <a:srgbClr val="FF96FF"/>
          </p15:clr>
        </p15:guide>
        <p15:guide id="6" orient="horz" pos="3866" userDrawn="1">
          <p15:clr>
            <a:srgbClr val="FF96FF"/>
          </p15:clr>
        </p15:guide>
        <p15:guide id="7" pos="453" userDrawn="1">
          <p15:clr>
            <a:srgbClr val="FF96FF"/>
          </p15:clr>
        </p15:guide>
        <p15:guide id="8" pos="810" userDrawn="1">
          <p15:clr>
            <a:srgbClr val="FF96FF"/>
          </p15:clr>
        </p15:guide>
        <p15:guide id="9" pos="1036" userDrawn="1">
          <p15:clr>
            <a:srgbClr val="FF96FF"/>
          </p15:clr>
        </p15:guide>
        <p15:guide id="10" pos="1393" userDrawn="1">
          <p15:clr>
            <a:srgbClr val="FF96FF"/>
          </p15:clr>
        </p15:guide>
        <p15:guide id="11" pos="1620" userDrawn="1">
          <p15:clr>
            <a:srgbClr val="FF96FF"/>
          </p15:clr>
        </p15:guide>
        <p15:guide id="12" pos="1976" userDrawn="1">
          <p15:clr>
            <a:srgbClr val="FF96FF"/>
          </p15:clr>
        </p15:guide>
        <p15:guide id="13" pos="2203" userDrawn="1">
          <p15:clr>
            <a:srgbClr val="FF96FF"/>
          </p15:clr>
        </p15:guide>
        <p15:guide id="14" pos="2560" userDrawn="1">
          <p15:clr>
            <a:srgbClr val="FF96FF"/>
          </p15:clr>
        </p15:guide>
        <p15:guide id="15" pos="2786" userDrawn="1">
          <p15:clr>
            <a:srgbClr val="FF96FF"/>
          </p15:clr>
        </p15:guide>
        <p15:guide id="16" pos="3143" userDrawn="1">
          <p15:clr>
            <a:srgbClr val="FF96FF"/>
          </p15:clr>
        </p15:guide>
        <p15:guide id="17" pos="3370" userDrawn="1">
          <p15:clr>
            <a:srgbClr val="FF96FF"/>
          </p15:clr>
        </p15:guide>
        <p15:guide id="18" pos="3726" userDrawn="1">
          <p15:clr>
            <a:srgbClr val="FF96FF"/>
          </p15:clr>
        </p15:guide>
        <p15:guide id="19" pos="3953" userDrawn="1">
          <p15:clr>
            <a:srgbClr val="FF96FF"/>
          </p15:clr>
        </p15:guide>
        <p15:guide id="20" pos="4309" userDrawn="1">
          <p15:clr>
            <a:srgbClr val="FF96FF"/>
          </p15:clr>
        </p15:guide>
        <p15:guide id="21" pos="4536" userDrawn="1">
          <p15:clr>
            <a:srgbClr val="FF96FF"/>
          </p15:clr>
        </p15:guide>
        <p15:guide id="22" pos="4893" userDrawn="1">
          <p15:clr>
            <a:srgbClr val="FF96FF"/>
          </p15:clr>
        </p15:guide>
        <p15:guide id="23" pos="5120" userDrawn="1">
          <p15:clr>
            <a:srgbClr val="FF96FF"/>
          </p15:clr>
        </p15:guide>
        <p15:guide id="24" pos="5476" userDrawn="1">
          <p15:clr>
            <a:srgbClr val="FF96FF"/>
          </p15:clr>
        </p15:guide>
        <p15:guide id="25" pos="5703" userDrawn="1">
          <p15:clr>
            <a:srgbClr val="FF96FF"/>
          </p15:clr>
        </p15:guide>
        <p15:guide id="26" pos="6059" userDrawn="1">
          <p15:clr>
            <a:srgbClr val="FF96FF"/>
          </p15:clr>
        </p15:guide>
        <p15:guide id="27" pos="6286" userDrawn="1">
          <p15:clr>
            <a:srgbClr val="FF96FF"/>
          </p15:clr>
        </p15:guide>
        <p15:guide id="28" pos="6643" userDrawn="1">
          <p15:clr>
            <a:srgbClr val="FF96FF"/>
          </p15:clr>
        </p15:guide>
        <p15:guide id="29" pos="6869" userDrawn="1">
          <p15:clr>
            <a:srgbClr val="FF96FF"/>
          </p15:clr>
        </p15:guide>
        <p15:guide id="30" pos="7226" userDrawn="1">
          <p15:clr>
            <a:srgbClr val="FF96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5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C26CBF-9D3D-15DE-A3B6-1F8AC80A3E0C}"/>
              </a:ext>
            </a:extLst>
          </p:cNvPr>
          <p:cNvSpPr/>
          <p:nvPr userDrawn="1"/>
        </p:nvSpPr>
        <p:spPr>
          <a:xfrm>
            <a:off x="0" y="0"/>
            <a:ext cx="3135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18288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2214E9-D297-4E3B-8DB0-658F9AD931AC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9116D4-9E24-FD39-596E-CABCC875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22248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1355AA-2A1E-CBAB-020F-D1DB8E9422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8000" y="7200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5B5E373-4E3B-480D-73B7-5EE07093D4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55099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Content Placeholder 17">
            <a:extLst>
              <a:ext uri="{FF2B5EF4-FFF2-40B4-BE49-F238E27FC236}">
                <a16:creationId xmlns:a16="http://schemas.microsoft.com/office/drawing/2014/main" id="{057CD0C9-80B1-7549-1BFB-01E5CBEA35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98000" y="36068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B322A81B-E399-B159-6C94-498E77BEEE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55099" y="36068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86090-9697-9AEF-C893-5B4EBE1CA3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9138" y="3610800"/>
            <a:ext cx="22248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286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2047" userDrawn="1">
          <p15:clr>
            <a:srgbClr val="FF96FF"/>
          </p15:clr>
        </p15:guide>
        <p15:guide id="5" orient="horz" pos="2273" userDrawn="1">
          <p15:clr>
            <a:srgbClr val="FF96FF"/>
          </p15:clr>
        </p15:guide>
        <p15:guide id="6" orient="horz" pos="3866" userDrawn="1">
          <p15:clr>
            <a:srgbClr val="FF96FF"/>
          </p15:clr>
        </p15:guide>
        <p15:guide id="7" pos="453" userDrawn="1">
          <p15:clr>
            <a:srgbClr val="FF96FF"/>
          </p15:clr>
        </p15:guide>
        <p15:guide id="8" pos="810" userDrawn="1">
          <p15:clr>
            <a:srgbClr val="FF96FF"/>
          </p15:clr>
        </p15:guide>
        <p15:guide id="9" pos="1036" userDrawn="1">
          <p15:clr>
            <a:srgbClr val="FF96FF"/>
          </p15:clr>
        </p15:guide>
        <p15:guide id="10" pos="1393" userDrawn="1">
          <p15:clr>
            <a:srgbClr val="FF96FF"/>
          </p15:clr>
        </p15:guide>
        <p15:guide id="11" pos="1620" userDrawn="1">
          <p15:clr>
            <a:srgbClr val="FF96FF"/>
          </p15:clr>
        </p15:guide>
        <p15:guide id="12" pos="1976" userDrawn="1">
          <p15:clr>
            <a:srgbClr val="FF96FF"/>
          </p15:clr>
        </p15:guide>
        <p15:guide id="13" pos="2203" userDrawn="1">
          <p15:clr>
            <a:srgbClr val="FF96FF"/>
          </p15:clr>
        </p15:guide>
        <p15:guide id="14" pos="2560" userDrawn="1">
          <p15:clr>
            <a:srgbClr val="FF96FF"/>
          </p15:clr>
        </p15:guide>
        <p15:guide id="15" pos="2786" userDrawn="1">
          <p15:clr>
            <a:srgbClr val="FF96FF"/>
          </p15:clr>
        </p15:guide>
        <p15:guide id="16" pos="3143" userDrawn="1">
          <p15:clr>
            <a:srgbClr val="FF96FF"/>
          </p15:clr>
        </p15:guide>
        <p15:guide id="17" pos="3370" userDrawn="1">
          <p15:clr>
            <a:srgbClr val="FF96FF"/>
          </p15:clr>
        </p15:guide>
        <p15:guide id="18" pos="3726" userDrawn="1">
          <p15:clr>
            <a:srgbClr val="FF96FF"/>
          </p15:clr>
        </p15:guide>
        <p15:guide id="19" pos="3953" userDrawn="1">
          <p15:clr>
            <a:srgbClr val="FF96FF"/>
          </p15:clr>
        </p15:guide>
        <p15:guide id="20" pos="4309" userDrawn="1">
          <p15:clr>
            <a:srgbClr val="FF96FF"/>
          </p15:clr>
        </p15:guide>
        <p15:guide id="21" pos="4536" userDrawn="1">
          <p15:clr>
            <a:srgbClr val="FF96FF"/>
          </p15:clr>
        </p15:guide>
        <p15:guide id="22" pos="4893" userDrawn="1">
          <p15:clr>
            <a:srgbClr val="FF96FF"/>
          </p15:clr>
        </p15:guide>
        <p15:guide id="23" pos="5120" userDrawn="1">
          <p15:clr>
            <a:srgbClr val="FF96FF"/>
          </p15:clr>
        </p15:guide>
        <p15:guide id="24" pos="5476" userDrawn="1">
          <p15:clr>
            <a:srgbClr val="FF96FF"/>
          </p15:clr>
        </p15:guide>
        <p15:guide id="25" pos="5703" userDrawn="1">
          <p15:clr>
            <a:srgbClr val="FF96FF"/>
          </p15:clr>
        </p15:guide>
        <p15:guide id="26" pos="6059" userDrawn="1">
          <p15:clr>
            <a:srgbClr val="FF96FF"/>
          </p15:clr>
        </p15:guide>
        <p15:guide id="27" pos="6286" userDrawn="1">
          <p15:clr>
            <a:srgbClr val="FF96FF"/>
          </p15:clr>
        </p15:guide>
        <p15:guide id="28" pos="6643" userDrawn="1">
          <p15:clr>
            <a:srgbClr val="FF96FF"/>
          </p15:clr>
        </p15:guide>
        <p15:guide id="29" pos="6869" userDrawn="1">
          <p15:clr>
            <a:srgbClr val="FF96FF"/>
          </p15:clr>
        </p15:guide>
        <p15:guide id="30" pos="7226" userDrawn="1">
          <p15:clr>
            <a:srgbClr val="FF96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5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292795-53E5-D4AE-7881-39C23A693A20}"/>
              </a:ext>
            </a:extLst>
          </p:cNvPr>
          <p:cNvSpPr/>
          <p:nvPr userDrawn="1"/>
        </p:nvSpPr>
        <p:spPr>
          <a:xfrm>
            <a:off x="9053512" y="0"/>
            <a:ext cx="3138487" cy="6858000"/>
          </a:xfrm>
          <a:prstGeom prst="rect">
            <a:avLst/>
          </a:prstGeom>
          <a:solidFill>
            <a:srgbClr val="EAEAEA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E6CD706-6854-4E5C-8B23-046C200D8322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1355AA-2A1E-CBAB-020F-D1DB8E9422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8000" y="7200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5B5E373-4E3B-480D-73B7-5EE07093D4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2062" y="720000"/>
            <a:ext cx="226080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Content Placeholder 17">
            <a:extLst>
              <a:ext uri="{FF2B5EF4-FFF2-40B4-BE49-F238E27FC236}">
                <a16:creationId xmlns:a16="http://schemas.microsoft.com/office/drawing/2014/main" id="{057CD0C9-80B1-7549-1BFB-01E5CBEA35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98000" y="36068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B322A81B-E399-B159-6C94-498E77BEEE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12062" y="3606800"/>
            <a:ext cx="226080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7D0E8A7-F71B-DA02-9636-65342A59D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19999"/>
            <a:ext cx="2416913" cy="252961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439221F-1453-B601-B3A1-2760F20CC76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9138" y="3606800"/>
            <a:ext cx="2416175" cy="2530475"/>
          </a:xfrm>
        </p:spPr>
        <p:txBody>
          <a:bodyPr/>
          <a:lstStyle>
            <a:lvl1pPr>
              <a:defRPr sz="4000" cap="all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Callout or stat</a:t>
            </a:r>
            <a:endParaRPr lang="en-GB" dirty="0"/>
          </a:p>
        </p:txBody>
      </p:sp>
      <p:sp>
        <p:nvSpPr>
          <p:cNvPr id="5" name="Footers" descr="{&quot;templafy&quot;:{&quot;id&quot;:&quot;802c32aa-2e79-485b-8fd7-9e826bb7a9c4&quot;}}">
            <a:extLst>
              <a:ext uri="{FF2B5EF4-FFF2-40B4-BE49-F238E27FC236}">
                <a16:creationId xmlns:a16="http://schemas.microsoft.com/office/drawing/2014/main" id="{EDC4708C-CD54-B7F2-D805-7C44F6F2B07D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979422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2047" userDrawn="1">
          <p15:clr>
            <a:srgbClr val="FF96FF"/>
          </p15:clr>
        </p15:guide>
        <p15:guide id="5" orient="horz" pos="2273" userDrawn="1">
          <p15:clr>
            <a:srgbClr val="FF96FF"/>
          </p15:clr>
        </p15:guide>
        <p15:guide id="6" orient="horz" pos="3866" userDrawn="1">
          <p15:clr>
            <a:srgbClr val="FF96FF"/>
          </p15:clr>
        </p15:guide>
        <p15:guide id="7" pos="453" userDrawn="1">
          <p15:clr>
            <a:srgbClr val="FF96FF"/>
          </p15:clr>
        </p15:guide>
        <p15:guide id="8" pos="810" userDrawn="1">
          <p15:clr>
            <a:srgbClr val="FF96FF"/>
          </p15:clr>
        </p15:guide>
        <p15:guide id="9" pos="1036" userDrawn="1">
          <p15:clr>
            <a:srgbClr val="FF96FF"/>
          </p15:clr>
        </p15:guide>
        <p15:guide id="10" pos="1393" userDrawn="1">
          <p15:clr>
            <a:srgbClr val="FF96FF"/>
          </p15:clr>
        </p15:guide>
        <p15:guide id="11" pos="1620" userDrawn="1">
          <p15:clr>
            <a:srgbClr val="FF96FF"/>
          </p15:clr>
        </p15:guide>
        <p15:guide id="12" pos="1976" userDrawn="1">
          <p15:clr>
            <a:srgbClr val="FF96FF"/>
          </p15:clr>
        </p15:guide>
        <p15:guide id="13" pos="2203" userDrawn="1">
          <p15:clr>
            <a:srgbClr val="FF96FF"/>
          </p15:clr>
        </p15:guide>
        <p15:guide id="14" pos="2560" userDrawn="1">
          <p15:clr>
            <a:srgbClr val="FF96FF"/>
          </p15:clr>
        </p15:guide>
        <p15:guide id="15" pos="2786" userDrawn="1">
          <p15:clr>
            <a:srgbClr val="FF96FF"/>
          </p15:clr>
        </p15:guide>
        <p15:guide id="16" pos="3143" userDrawn="1">
          <p15:clr>
            <a:srgbClr val="FF96FF"/>
          </p15:clr>
        </p15:guide>
        <p15:guide id="17" pos="3370" userDrawn="1">
          <p15:clr>
            <a:srgbClr val="FF96FF"/>
          </p15:clr>
        </p15:guide>
        <p15:guide id="18" pos="3726" userDrawn="1">
          <p15:clr>
            <a:srgbClr val="FF96FF"/>
          </p15:clr>
        </p15:guide>
        <p15:guide id="19" pos="3953" userDrawn="1">
          <p15:clr>
            <a:srgbClr val="FF96FF"/>
          </p15:clr>
        </p15:guide>
        <p15:guide id="20" pos="4309" userDrawn="1">
          <p15:clr>
            <a:srgbClr val="FF96FF"/>
          </p15:clr>
        </p15:guide>
        <p15:guide id="21" pos="4536" userDrawn="1">
          <p15:clr>
            <a:srgbClr val="FF96FF"/>
          </p15:clr>
        </p15:guide>
        <p15:guide id="22" pos="4893" userDrawn="1">
          <p15:clr>
            <a:srgbClr val="FF96FF"/>
          </p15:clr>
        </p15:guide>
        <p15:guide id="23" pos="5120" userDrawn="1">
          <p15:clr>
            <a:srgbClr val="FF96FF"/>
          </p15:clr>
        </p15:guide>
        <p15:guide id="24" pos="5476" userDrawn="1">
          <p15:clr>
            <a:srgbClr val="FF96FF"/>
          </p15:clr>
        </p15:guide>
        <p15:guide id="25" pos="5703" userDrawn="1">
          <p15:clr>
            <a:srgbClr val="FF96FF"/>
          </p15:clr>
        </p15:guide>
        <p15:guide id="26" pos="6059" userDrawn="1">
          <p15:clr>
            <a:srgbClr val="FF96FF"/>
          </p15:clr>
        </p15:guide>
        <p15:guide id="27" pos="6286" userDrawn="1">
          <p15:clr>
            <a:srgbClr val="FF96FF"/>
          </p15:clr>
        </p15:guide>
        <p15:guide id="28" pos="6643" userDrawn="1">
          <p15:clr>
            <a:srgbClr val="FF96FF"/>
          </p15:clr>
        </p15:guide>
        <p15:guide id="29" pos="6869" userDrawn="1">
          <p15:clr>
            <a:srgbClr val="FF96FF"/>
          </p15:clr>
        </p15:guide>
        <p15:guide id="30" pos="7226" userDrawn="1">
          <p15:clr>
            <a:srgbClr val="FF96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HETORICAL Two tex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/>
          <p:nvPr userDrawn="1"/>
        </p:nvSpPr>
        <p:spPr>
          <a:xfrm>
            <a:off x="6097200" y="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6ECA34-1B8F-4AA9-9C1A-DEF9DC30DA4A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5018400" cy="17748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DAE3EDE-9CDD-1054-DBC1-D9F83A0100D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0801" y="2854075"/>
            <a:ext cx="5195885" cy="32832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3" y="2854075"/>
            <a:ext cx="5195887" cy="328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DF49F1D1-5694-C367-AC0A-3B10669028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80801" y="719138"/>
            <a:ext cx="5195885" cy="1775662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1" cap="none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  <a:defRPr sz="4000" b="0" cap="none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  <a:defRPr sz="4000" b="0" cap="none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  <a:defRPr sz="4000" b="0" cap="none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1" name="Footers" descr="{&quot;templafy&quot;:{&quot;id&quot;:&quot;13974de5-8cef-4d59-abfb-72071ca5e6dc&quot;}}">
            <a:extLst>
              <a:ext uri="{FF2B5EF4-FFF2-40B4-BE49-F238E27FC236}">
                <a16:creationId xmlns:a16="http://schemas.microsoft.com/office/drawing/2014/main" id="{82A8297C-CDDC-2966-C397-33725EE8D105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3890766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1570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7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  <p15:guide id="29" orient="horz" pos="1797" userDrawn="1">
          <p15:clr>
            <a:srgbClr val="FF96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3C7688E-2109-B3A6-BB30-ED06B927D9A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094801" y="0"/>
            <a:ext cx="6097200" cy="6858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gradFill>
            <a:gsLst>
              <a:gs pos="38000">
                <a:srgbClr val="D8E7F3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E069F04-B3F2-44A9-B1DF-3F521E377110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4E4448-A264-7659-B7F9-D4E3F0409CEF}"/>
              </a:ext>
            </a:extLst>
          </p:cNvPr>
          <p:cNvSpPr/>
          <p:nvPr userDrawn="1"/>
        </p:nvSpPr>
        <p:spPr>
          <a:xfrm>
            <a:off x="719138" y="1150830"/>
            <a:ext cx="698644" cy="535303"/>
          </a:xfrm>
          <a:custGeom>
            <a:avLst/>
            <a:gdLst>
              <a:gd name="connsiteX0" fmla="*/ 772947 w 828408"/>
              <a:gd name="connsiteY0" fmla="*/ 0 h 634729"/>
              <a:gd name="connsiteX1" fmla="*/ 772947 w 828408"/>
              <a:gd name="connsiteY1" fmla="*/ 50532 h 634729"/>
              <a:gd name="connsiteX2" fmla="*/ 617654 w 828408"/>
              <a:gd name="connsiteY2" fmla="*/ 168850 h 634729"/>
              <a:gd name="connsiteX3" fmla="*/ 570819 w 828408"/>
              <a:gd name="connsiteY3" fmla="*/ 303191 h 634729"/>
              <a:gd name="connsiteX4" fmla="*/ 583144 w 828408"/>
              <a:gd name="connsiteY4" fmla="*/ 362350 h 634729"/>
              <a:gd name="connsiteX5" fmla="*/ 610259 w 828408"/>
              <a:gd name="connsiteY5" fmla="*/ 379605 h 634729"/>
              <a:gd name="connsiteX6" fmla="*/ 653396 w 828408"/>
              <a:gd name="connsiteY6" fmla="*/ 370361 h 634729"/>
              <a:gd name="connsiteX7" fmla="*/ 702695 w 828408"/>
              <a:gd name="connsiteY7" fmla="*/ 361118 h 634729"/>
              <a:gd name="connsiteX8" fmla="*/ 790818 w 828408"/>
              <a:gd name="connsiteY8" fmla="*/ 398709 h 634729"/>
              <a:gd name="connsiteX9" fmla="*/ 828408 w 828408"/>
              <a:gd name="connsiteY9" fmla="*/ 490529 h 634729"/>
              <a:gd name="connsiteX10" fmla="*/ 782806 w 828408"/>
              <a:gd name="connsiteY10" fmla="*/ 592208 h 634729"/>
              <a:gd name="connsiteX11" fmla="*/ 669418 w 828408"/>
              <a:gd name="connsiteY11" fmla="*/ 634729 h 634729"/>
              <a:gd name="connsiteX12" fmla="*/ 520288 w 828408"/>
              <a:gd name="connsiteY12" fmla="*/ 563245 h 634729"/>
              <a:gd name="connsiteX13" fmla="*/ 453733 w 828408"/>
              <a:gd name="connsiteY13" fmla="*/ 387000 h 634729"/>
              <a:gd name="connsiteX14" fmla="*/ 535694 w 828408"/>
              <a:gd name="connsiteY14" fmla="*/ 157142 h 634729"/>
              <a:gd name="connsiteX15" fmla="*/ 772947 w 828408"/>
              <a:gd name="connsiteY15" fmla="*/ 0 h 634729"/>
              <a:gd name="connsiteX16" fmla="*/ 319214 w 828408"/>
              <a:gd name="connsiteY16" fmla="*/ 0 h 634729"/>
              <a:gd name="connsiteX17" fmla="*/ 319214 w 828408"/>
              <a:gd name="connsiteY17" fmla="*/ 50532 h 634729"/>
              <a:gd name="connsiteX18" fmla="*/ 163921 w 828408"/>
              <a:gd name="connsiteY18" fmla="*/ 168850 h 634729"/>
              <a:gd name="connsiteX19" fmla="*/ 117086 w 828408"/>
              <a:gd name="connsiteY19" fmla="*/ 303191 h 634729"/>
              <a:gd name="connsiteX20" fmla="*/ 129411 w 828408"/>
              <a:gd name="connsiteY20" fmla="*/ 362350 h 634729"/>
              <a:gd name="connsiteX21" fmla="*/ 156526 w 828408"/>
              <a:gd name="connsiteY21" fmla="*/ 379605 h 634729"/>
              <a:gd name="connsiteX22" fmla="*/ 199663 w 828408"/>
              <a:gd name="connsiteY22" fmla="*/ 370361 h 634729"/>
              <a:gd name="connsiteX23" fmla="*/ 248962 w 828408"/>
              <a:gd name="connsiteY23" fmla="*/ 361118 h 634729"/>
              <a:gd name="connsiteX24" fmla="*/ 337085 w 828408"/>
              <a:gd name="connsiteY24" fmla="*/ 398709 h 634729"/>
              <a:gd name="connsiteX25" fmla="*/ 374675 w 828408"/>
              <a:gd name="connsiteY25" fmla="*/ 490529 h 634729"/>
              <a:gd name="connsiteX26" fmla="*/ 329073 w 828408"/>
              <a:gd name="connsiteY26" fmla="*/ 592208 h 634729"/>
              <a:gd name="connsiteX27" fmla="*/ 215685 w 828408"/>
              <a:gd name="connsiteY27" fmla="*/ 634729 h 634729"/>
              <a:gd name="connsiteX28" fmla="*/ 66555 w 828408"/>
              <a:gd name="connsiteY28" fmla="*/ 563245 h 634729"/>
              <a:gd name="connsiteX29" fmla="*/ 0 w 828408"/>
              <a:gd name="connsiteY29" fmla="*/ 387000 h 634729"/>
              <a:gd name="connsiteX30" fmla="*/ 81961 w 828408"/>
              <a:gd name="connsiteY30" fmla="*/ 157142 h 634729"/>
              <a:gd name="connsiteX31" fmla="*/ 319214 w 828408"/>
              <a:gd name="connsiteY31" fmla="*/ 0 h 63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28408" h="634729">
                <a:moveTo>
                  <a:pt x="772947" y="0"/>
                </a:moveTo>
                <a:lnTo>
                  <a:pt x="772947" y="50532"/>
                </a:lnTo>
                <a:cubicBezTo>
                  <a:pt x="700641" y="88328"/>
                  <a:pt x="648877" y="127768"/>
                  <a:pt x="617654" y="168850"/>
                </a:cubicBezTo>
                <a:cubicBezTo>
                  <a:pt x="586431" y="209933"/>
                  <a:pt x="570819" y="254713"/>
                  <a:pt x="570819" y="303191"/>
                </a:cubicBezTo>
                <a:cubicBezTo>
                  <a:pt x="570819" y="331949"/>
                  <a:pt x="574928" y="351669"/>
                  <a:pt x="583144" y="362350"/>
                </a:cubicBezTo>
                <a:cubicBezTo>
                  <a:pt x="590539" y="373854"/>
                  <a:pt x="599577" y="379605"/>
                  <a:pt x="610259" y="379605"/>
                </a:cubicBezTo>
                <a:cubicBezTo>
                  <a:pt x="620940" y="379605"/>
                  <a:pt x="635319" y="376524"/>
                  <a:pt x="653396" y="370361"/>
                </a:cubicBezTo>
                <a:cubicBezTo>
                  <a:pt x="671472" y="364199"/>
                  <a:pt x="687905" y="361118"/>
                  <a:pt x="702695" y="361118"/>
                </a:cubicBezTo>
                <a:cubicBezTo>
                  <a:pt x="736383" y="361118"/>
                  <a:pt x="765757" y="373648"/>
                  <a:pt x="790818" y="398709"/>
                </a:cubicBezTo>
                <a:cubicBezTo>
                  <a:pt x="815878" y="423769"/>
                  <a:pt x="828408" y="454376"/>
                  <a:pt x="828408" y="490529"/>
                </a:cubicBezTo>
                <a:cubicBezTo>
                  <a:pt x="828408" y="529968"/>
                  <a:pt x="813208" y="563861"/>
                  <a:pt x="782806" y="592208"/>
                </a:cubicBezTo>
                <a:cubicBezTo>
                  <a:pt x="752405" y="620555"/>
                  <a:pt x="714609" y="634729"/>
                  <a:pt x="669418" y="634729"/>
                </a:cubicBezTo>
                <a:cubicBezTo>
                  <a:pt x="614367" y="634729"/>
                  <a:pt x="564657" y="610901"/>
                  <a:pt x="520288" y="563245"/>
                </a:cubicBezTo>
                <a:cubicBezTo>
                  <a:pt x="475918" y="515589"/>
                  <a:pt x="453733" y="456841"/>
                  <a:pt x="453733" y="387000"/>
                </a:cubicBezTo>
                <a:cubicBezTo>
                  <a:pt x="453733" y="304834"/>
                  <a:pt x="481053" y="228215"/>
                  <a:pt x="535694" y="157142"/>
                </a:cubicBezTo>
                <a:cubicBezTo>
                  <a:pt x="590334" y="86069"/>
                  <a:pt x="669418" y="33688"/>
                  <a:pt x="772947" y="0"/>
                </a:cubicBezTo>
                <a:close/>
                <a:moveTo>
                  <a:pt x="319214" y="0"/>
                </a:moveTo>
                <a:lnTo>
                  <a:pt x="319214" y="50532"/>
                </a:lnTo>
                <a:cubicBezTo>
                  <a:pt x="246908" y="88328"/>
                  <a:pt x="195144" y="127768"/>
                  <a:pt x="163921" y="168850"/>
                </a:cubicBezTo>
                <a:cubicBezTo>
                  <a:pt x="132698" y="209933"/>
                  <a:pt x="117086" y="254713"/>
                  <a:pt x="117086" y="303191"/>
                </a:cubicBezTo>
                <a:cubicBezTo>
                  <a:pt x="117086" y="331949"/>
                  <a:pt x="121195" y="351669"/>
                  <a:pt x="129411" y="362350"/>
                </a:cubicBezTo>
                <a:cubicBezTo>
                  <a:pt x="136806" y="373854"/>
                  <a:pt x="145844" y="379605"/>
                  <a:pt x="156526" y="379605"/>
                </a:cubicBezTo>
                <a:cubicBezTo>
                  <a:pt x="167207" y="379605"/>
                  <a:pt x="181586" y="376524"/>
                  <a:pt x="199663" y="370361"/>
                </a:cubicBezTo>
                <a:cubicBezTo>
                  <a:pt x="217739" y="364199"/>
                  <a:pt x="234172" y="361118"/>
                  <a:pt x="248962" y="361118"/>
                </a:cubicBezTo>
                <a:cubicBezTo>
                  <a:pt x="282650" y="361118"/>
                  <a:pt x="312024" y="373648"/>
                  <a:pt x="337085" y="398709"/>
                </a:cubicBezTo>
                <a:cubicBezTo>
                  <a:pt x="362145" y="423769"/>
                  <a:pt x="374675" y="454376"/>
                  <a:pt x="374675" y="490529"/>
                </a:cubicBezTo>
                <a:cubicBezTo>
                  <a:pt x="374675" y="529968"/>
                  <a:pt x="359475" y="563861"/>
                  <a:pt x="329073" y="592208"/>
                </a:cubicBezTo>
                <a:cubicBezTo>
                  <a:pt x="298672" y="620555"/>
                  <a:pt x="260876" y="634729"/>
                  <a:pt x="215685" y="634729"/>
                </a:cubicBezTo>
                <a:cubicBezTo>
                  <a:pt x="160634" y="634729"/>
                  <a:pt x="110924" y="610901"/>
                  <a:pt x="66555" y="563245"/>
                </a:cubicBezTo>
                <a:cubicBezTo>
                  <a:pt x="22185" y="515589"/>
                  <a:pt x="0" y="456841"/>
                  <a:pt x="0" y="387000"/>
                </a:cubicBezTo>
                <a:cubicBezTo>
                  <a:pt x="0" y="304834"/>
                  <a:pt x="27320" y="228215"/>
                  <a:pt x="81961" y="157142"/>
                </a:cubicBezTo>
                <a:cubicBezTo>
                  <a:pt x="136601" y="86069"/>
                  <a:pt x="215685" y="33688"/>
                  <a:pt x="319214" y="0"/>
                </a:cubicBezTo>
                <a:close/>
              </a:path>
            </a:pathLst>
          </a:custGeom>
          <a:solidFill>
            <a:schemeClr val="bg1">
              <a:alpha val="92631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endParaRPr lang="en-US" sz="19900" cap="all" spc="200">
              <a:solidFill>
                <a:schemeClr val="accent3">
                  <a:lumMod val="60000"/>
                  <a:lumOff val="40000"/>
                  <a:alpha val="51000"/>
                </a:schemeClr>
              </a:solidFill>
              <a:latin typeface="Calibri Light" panose="020F0302020204030204" pitchFamily="34" charset="0"/>
              <a:ea typeface="+mj-ea"/>
              <a:cs typeface="Calibri Light" panose="020F030202020403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43D0F9-D9A7-1DFC-34B6-C81535D1FE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1713599"/>
            <a:ext cx="5018400" cy="4424399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None/>
              <a:defRPr sz="2000" b="0" cap="all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None/>
              <a:defRPr sz="2000" b="0" cap="all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None/>
              <a:defRPr sz="2000" b="0" cap="all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Quote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1E71275-5CC0-6348-59EF-6E51946B9E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4800" y="4618075"/>
            <a:ext cx="6097199" cy="1519200"/>
          </a:xfrm>
          <a:solidFill>
            <a:schemeClr val="bg1"/>
          </a:solidFill>
        </p:spPr>
        <p:txBody>
          <a:bodyPr lIns="360000" tIns="180000" rIns="360000" bIns="180000"/>
          <a:lstStyle>
            <a:lvl5pPr>
              <a:defRPr/>
            </a:lvl5pPr>
          </a:lstStyle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  <a:endParaRPr lang="en-GB" dirty="0"/>
          </a:p>
        </p:txBody>
      </p:sp>
      <p:sp>
        <p:nvSpPr>
          <p:cNvPr id="6" name="Footers" descr="{&quot;templafy&quot;:{&quot;id&quot;:&quot;4708fec4-619c-41a6-a13a-61ee0ada3da4&quot;}}">
            <a:extLst>
              <a:ext uri="{FF2B5EF4-FFF2-40B4-BE49-F238E27FC236}">
                <a16:creationId xmlns:a16="http://schemas.microsoft.com/office/drawing/2014/main" id="{D09B7859-4BFA-0D77-C7FF-EF07F0410453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64606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A8EE-743F-4F19-AD8C-1D8498F0C7F0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4270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76F6AE-16AC-0583-7B95-974948C87A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770"/>
          <a:stretch/>
        </p:blipFill>
        <p:spPr>
          <a:xfrm>
            <a:off x="5219862" y="1519416"/>
            <a:ext cx="2534277" cy="491378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9BC6B9-FA66-9AE8-AABC-E48AC43520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6800" y="28980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70E6DDC2-540A-5800-73D7-E95E8BC5AA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10400" y="28980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9AD0377-EEF4-2BE2-7A2F-129C1089A4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70475" y="28980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3967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7200" y="1620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2B08F0-B607-4A20-A1F2-30A9B3A4FB98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270375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4274200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4DDE5B-1F2D-F372-3892-57D934C69F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770"/>
          <a:stretch/>
        </p:blipFill>
        <p:spPr>
          <a:xfrm>
            <a:off x="5219862" y="1101138"/>
            <a:ext cx="2534277" cy="4913784"/>
          </a:xfrm>
          <a:prstGeom prst="rect">
            <a:avLst/>
          </a:prstGeom>
        </p:spPr>
      </p:pic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EB65B4F-7599-74DF-EBA5-202E26CEB3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6800" y="24786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65ECB4D-3B90-B975-5CC9-1D11DD4EF3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10400" y="24786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74AAC9F-FD31-5ADB-B824-244A192375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70475" y="24786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5" name="Footers" descr="{&quot;templafy&quot;:{&quot;id&quot;:&quot;9f113c1b-1e68-4d5d-9404-b1c9682e1dc7&quot;}}">
            <a:extLst>
              <a:ext uri="{FF2B5EF4-FFF2-40B4-BE49-F238E27FC236}">
                <a16:creationId xmlns:a16="http://schemas.microsoft.com/office/drawing/2014/main" id="{E089BA30-0544-BB92-B27F-1E09FDA031B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169617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D41D-2E16-4433-93CB-D8CE16BFD28C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85D50D-0CD8-D2EA-90C7-9BFF908C9B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770" b="24590"/>
          <a:stretch/>
        </p:blipFill>
        <p:spPr>
          <a:xfrm>
            <a:off x="339903" y="1412777"/>
            <a:ext cx="3724097" cy="5445224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9AD0377-EEF4-2BE2-7A2F-129C1089A4BB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68151" y="3463200"/>
            <a:ext cx="2667600" cy="26676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F15F2C-F25B-7919-7155-CF3E6B955963}"/>
              </a:ext>
            </a:extLst>
          </p:cNvPr>
          <p:cNvSpPr/>
          <p:nvPr userDrawn="1"/>
        </p:nvSpPr>
        <p:spPr>
          <a:xfrm>
            <a:off x="3875404" y="2742753"/>
            <a:ext cx="2412998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9462A8-BA13-5816-CC98-AE8BB418785C}"/>
              </a:ext>
            </a:extLst>
          </p:cNvPr>
          <p:cNvSpPr/>
          <p:nvPr userDrawn="1"/>
        </p:nvSpPr>
        <p:spPr>
          <a:xfrm>
            <a:off x="6455926" y="2742753"/>
            <a:ext cx="2412998" cy="72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21D1A5-EF12-E62C-AC4E-BE6CA3AB39B5}"/>
              </a:ext>
            </a:extLst>
          </p:cNvPr>
          <p:cNvSpPr/>
          <p:nvPr userDrawn="1"/>
        </p:nvSpPr>
        <p:spPr>
          <a:xfrm>
            <a:off x="9053513" y="2742753"/>
            <a:ext cx="2437413" cy="720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09FF903-CC38-4C37-5750-8228E5B698D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875903" y="3589200"/>
            <a:ext cx="2412000" cy="2412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5AFC5333-4349-556A-AA4C-8264633D8826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56425" y="3589200"/>
            <a:ext cx="2412000" cy="2412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6FE539F-EA02-11A6-24A3-64094D6D449E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9066219" y="3589200"/>
            <a:ext cx="2412000" cy="2412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812D6A1-9301-DA4C-0FE8-A2FA9AC562D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875903" y="1710000"/>
            <a:ext cx="2412000" cy="903600"/>
          </a:xfrm>
        </p:spPr>
        <p:txBody>
          <a:bodyPr>
            <a:noAutofit/>
          </a:bodyPr>
          <a:lstStyle>
            <a:lvl1pPr algn="ctr">
              <a:defRPr sz="6000" cap="none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10%</a:t>
            </a:r>
            <a:endParaRPr lang="en-GB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A5EDA48-C466-DD48-83BE-B58C6F8C2F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56425" y="1710000"/>
            <a:ext cx="2412000" cy="903600"/>
          </a:xfrm>
        </p:spPr>
        <p:txBody>
          <a:bodyPr>
            <a:noAutofit/>
          </a:bodyPr>
          <a:lstStyle>
            <a:lvl1pPr algn="ctr">
              <a:defRPr sz="6000" cap="none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10%</a:t>
            </a:r>
            <a:endParaRPr lang="en-GB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7BD399E-3BDD-357D-3173-CEF24905CB9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66219" y="1710000"/>
            <a:ext cx="2412000" cy="903600"/>
          </a:xfrm>
        </p:spPr>
        <p:txBody>
          <a:bodyPr>
            <a:noAutofit/>
          </a:bodyPr>
          <a:lstStyle>
            <a:lvl1pPr algn="ctr">
              <a:defRPr sz="6000" cap="none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10%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63E4F2-A49E-1CAC-AD88-6A5278BE8C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64000" y="2908393"/>
            <a:ext cx="2030400" cy="388800"/>
          </a:xfr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2pPr>
            <a:lvl3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3pPr>
            <a:lvl4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4pPr>
            <a:lvl5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5pPr>
            <a:lvl6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6pPr>
            <a:lvl7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7pPr>
            <a:lvl8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8pPr>
            <a:lvl9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Title Here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15F6F11-90AC-E501-9C5A-58F94185AE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47225" y="2908393"/>
            <a:ext cx="2030400" cy="388800"/>
          </a:xfr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2pPr>
            <a:lvl3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3pPr>
            <a:lvl4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4pPr>
            <a:lvl5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5pPr>
            <a:lvl6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6pPr>
            <a:lvl7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7pPr>
            <a:lvl8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8pPr>
            <a:lvl9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Title Here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1049E31-3DE3-F475-AAC8-ED15887EDC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57019" y="2908393"/>
            <a:ext cx="2030400" cy="388800"/>
          </a:xfr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2pPr>
            <a:lvl3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3pPr>
            <a:lvl4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4pPr>
            <a:lvl5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5pPr>
            <a:lvl6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6pPr>
            <a:lvl7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7pPr>
            <a:lvl8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8pPr>
            <a:lvl9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Title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230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3" orient="horz" pos="1071" userDrawn="1">
          <p15:clr>
            <a:srgbClr val="FF96F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9BC6B9-FA66-9AE8-AABC-E48AC43520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45805" y="1854992"/>
            <a:ext cx="1879200" cy="406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11D87860-7BDA-6ACF-8AD2-853F44125D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53733" y="1854992"/>
            <a:ext cx="1879200" cy="406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BB32CB-B29F-4116-9105-192016E06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4218695" y="1484783"/>
            <a:ext cx="2591760" cy="4652492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1805-3801-4ACD-B60A-439A3C9C5800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4270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E0956-AB5F-AC03-EAB3-36441D8851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9125433" y="1492098"/>
            <a:ext cx="2591760" cy="4652492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17DACB36-D4E1-F498-4226-F130DA4F5B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00364" y="1854992"/>
            <a:ext cx="1879200" cy="406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05CA00-36D2-E3AA-8BE8-1E472C3C45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6672064" y="1484783"/>
            <a:ext cx="2591760" cy="4652492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5613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7200" y="1620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147874-D641-36E1-03C9-5414641E94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6" b="2096"/>
          <a:stretch/>
        </p:blipFill>
        <p:spPr>
          <a:xfrm>
            <a:off x="4351531" y="1764050"/>
            <a:ext cx="7251700" cy="4077222"/>
          </a:xfrm>
          <a:prstGeom prst="rect">
            <a:avLst/>
          </a:prstGeom>
          <a:effectLst>
            <a:reflection blurRad="6350" stA="50000" endA="300" endPos="7000" dir="5400000" sy="-100000" algn="bl" rotWithShape="0"/>
          </a:effectLst>
        </p:spPr>
      </p:pic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EB65B4F-7599-74DF-EBA5-202E26CEB3A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210176" y="2034000"/>
            <a:ext cx="5608678" cy="334127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11C1AE-05DA-4AEC-9E0A-3965055757E3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270375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4274200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D1D222DE-C8E6-D25C-E6F2-0624A2B9EC69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0220325" y="3143249"/>
            <a:ext cx="1355726" cy="293687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84BED-AAA1-1FE1-26B0-C3711E7D65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9980535" y="2869499"/>
            <a:ext cx="1876105" cy="3367813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  <p:sp>
        <p:nvSpPr>
          <p:cNvPr id="13" name="Footers" descr="{&quot;templafy&quot;:{&quot;id&quot;:&quot;4aaff1e3-4aeb-4ab6-970c-e6644a7151c2&quot;}}">
            <a:extLst>
              <a:ext uri="{FF2B5EF4-FFF2-40B4-BE49-F238E27FC236}">
                <a16:creationId xmlns:a16="http://schemas.microsoft.com/office/drawing/2014/main" id="{2AA3E128-5B68-28FB-4891-492AE777546C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928761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9BC6B9-FA66-9AE8-AABC-E48AC43520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0650" y="2041524"/>
            <a:ext cx="5591175" cy="334327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CF5AF-60DD-4205-BA2C-EC0AB7C80C6B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3344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5D7C6D-AFB7-4703-6ED0-E0A861DE56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6" b="2096"/>
          <a:stretch/>
        </p:blipFill>
        <p:spPr>
          <a:xfrm>
            <a:off x="4351531" y="1764050"/>
            <a:ext cx="7251700" cy="4077222"/>
          </a:xfrm>
          <a:prstGeom prst="rect">
            <a:avLst/>
          </a:prstGeom>
          <a:effectLst>
            <a:reflection blurRad="6350" stA="50000" endA="300" endPos="7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34325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7200" y="1620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7F5F89-3184-4AB6-840E-5D83C8723562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3345689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3348686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8D819A63-FF9D-A3D7-5D19-99428A5AB4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14938" y="2034000"/>
            <a:ext cx="5572125" cy="334762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9E2188-EF07-418A-877E-B5F25E893A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6" b="2096"/>
          <a:stretch/>
        </p:blipFill>
        <p:spPr>
          <a:xfrm>
            <a:off x="4351531" y="1764050"/>
            <a:ext cx="7251700" cy="4077222"/>
          </a:xfrm>
          <a:prstGeom prst="rect">
            <a:avLst/>
          </a:prstGeom>
          <a:effectLst>
            <a:reflection blurRad="6350" stA="50000" endA="300" endPos="7000" dir="5400000" sy="-100000" algn="bl" rotWithShape="0"/>
          </a:effectLst>
        </p:spPr>
      </p:pic>
      <p:sp>
        <p:nvSpPr>
          <p:cNvPr id="11" name="Footers" descr="{&quot;templafy&quot;:{&quot;id&quot;:&quot;5701762b-2ddd-415c-9f10-2849eeb3ef06&quot;}}">
            <a:extLst>
              <a:ext uri="{FF2B5EF4-FFF2-40B4-BE49-F238E27FC236}">
                <a16:creationId xmlns:a16="http://schemas.microsoft.com/office/drawing/2014/main" id="{E437CE73-48A8-6501-39C1-A1E43A2B9173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321398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21E9437-E9FE-CAAE-4F68-7557917241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2"/>
          <a:stretch/>
        </p:blipFill>
        <p:spPr>
          <a:xfrm>
            <a:off x="2597949" y="4554"/>
            <a:ext cx="9594051" cy="68488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98F3588-281E-71E0-698D-DE2EFA5D7E6E}"/>
              </a:ext>
            </a:extLst>
          </p:cNvPr>
          <p:cNvSpPr/>
          <p:nvPr userDrawn="1"/>
        </p:nvSpPr>
        <p:spPr>
          <a:xfrm>
            <a:off x="0" y="1"/>
            <a:ext cx="3503778" cy="6858000"/>
          </a:xfrm>
          <a:prstGeom prst="rect">
            <a:avLst/>
          </a:prstGeom>
          <a:gradFill flip="none" rotWithShape="1">
            <a:gsLst>
              <a:gs pos="86000">
                <a:srgbClr val="1F538F"/>
              </a:gs>
              <a:gs pos="60000">
                <a:schemeClr val="accent1"/>
              </a:gs>
              <a:gs pos="100000">
                <a:schemeClr val="accent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6B911A-D632-47F1-995D-D85BBA37A291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9" y="720000"/>
            <a:ext cx="2417761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2421586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3DD438D-2CD1-72E2-C5C5-E3BE4E4532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127500" y="2048399"/>
            <a:ext cx="7082900" cy="2622025"/>
          </a:xfrm>
          <a:solidFill>
            <a:schemeClr val="bg1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8" name="Footers" descr="{&quot;templafy&quot;:{&quot;id&quot;:&quot;6f27a5ea-5194-4474-8f5a-b0c8f65deb8e&quot;}}">
            <a:extLst>
              <a:ext uri="{FF2B5EF4-FFF2-40B4-BE49-F238E27FC236}">
                <a16:creationId xmlns:a16="http://schemas.microsoft.com/office/drawing/2014/main" id="{6D57E22F-014A-FDF5-8749-C999CC6D20AD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698881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5D32-01A0-4640-9BE8-E872D87CEE5B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6122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2367BA-8F05-446D-84E4-1D4A251DE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51822" y="1628880"/>
            <a:ext cx="3751231" cy="4509120"/>
          </a:xfrm>
          <a:prstGeom prst="rect">
            <a:avLst/>
          </a:prstGeom>
          <a:effectLst>
            <a:outerShdw blurRad="193495" dist="146531" dir="3540000" sx="99000" sy="99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218A61B-6F4F-B694-869D-DF3F3E7BF0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28248" y="1627430"/>
            <a:ext cx="3074765" cy="4509225"/>
          </a:xfrm>
          <a:solidFill>
            <a:schemeClr val="bg1"/>
          </a:solidFill>
        </p:spPr>
        <p:txBody>
          <a:bodyPr tIns="648000" anchor="ctr" anchorCtr="1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52E313-28CB-8D27-CE72-0374CF6A9254}"/>
              </a:ext>
            </a:extLst>
          </p:cNvPr>
          <p:cNvSpPr/>
          <p:nvPr userDrawn="1"/>
        </p:nvSpPr>
        <p:spPr>
          <a:xfrm>
            <a:off x="8328248" y="1628155"/>
            <a:ext cx="725265" cy="450912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  <a:alpha val="0"/>
                </a:schemeClr>
              </a:gs>
              <a:gs pos="63000">
                <a:schemeClr val="accent4">
                  <a:lumMod val="45000"/>
                  <a:lumOff val="55000"/>
                  <a:alpha val="66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37435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 i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71BF0-5156-4399-18F9-DC04A1A1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FBF7-3ACF-42DE-A688-6BE0B96E5C9A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A234-FFCB-0330-7A76-CE07764E0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Guides" hidden="1">
            <a:extLst>
              <a:ext uri="{FF2B5EF4-FFF2-40B4-BE49-F238E27FC236}">
                <a16:creationId xmlns:a16="http://schemas.microsoft.com/office/drawing/2014/main" id="{701F89E3-1860-5814-889C-8F8203A4F6D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338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 Footer i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71BF0-5156-4399-18F9-DC04A1A1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6145-170C-4A97-8076-73011D3A4093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A234-FFCB-0330-7A76-CE07764E0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46AE6E0-28DF-FE32-2A53-3D57FC7ED2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Footers" descr="{&quot;templafy&quot;:{&quot;id&quot;:&quot;37bf3a59-c3d7-4ee6-b549-ac5503095b71&quot;}}">
            <a:extLst>
              <a:ext uri="{FF2B5EF4-FFF2-40B4-BE49-F238E27FC236}">
                <a16:creationId xmlns:a16="http://schemas.microsoft.com/office/drawing/2014/main" id="{AD7FCB85-6DF8-7133-9CEA-CE8EF93D41E2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984639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es" hidden="1">
            <a:extLst>
              <a:ext uri="{FF2B5EF4-FFF2-40B4-BE49-F238E27FC236}">
                <a16:creationId xmlns:a16="http://schemas.microsoft.com/office/drawing/2014/main" id="{8CBDB7B0-4561-2F0F-FCA3-EB062B65853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292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">
    <p:bg>
      <p:bgPr>
        <a:gradFill>
          <a:gsLst>
            <a:gs pos="22000">
              <a:schemeClr val="bg1"/>
            </a:gs>
            <a:gs pos="100000">
              <a:schemeClr val="accent6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Line top Placeholder 20">
            <a:extLst>
              <a:ext uri="{FF2B5EF4-FFF2-40B4-BE49-F238E27FC236}">
                <a16:creationId xmlns:a16="http://schemas.microsoft.com/office/drawing/2014/main" id="{38615178-D3EF-0351-B14B-847E20DE72E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226A66-5DC3-953F-2B42-68A9AAEE705B}"/>
              </a:ext>
            </a:extLst>
          </p:cNvPr>
          <p:cNvGrpSpPr/>
          <p:nvPr userDrawn="1"/>
        </p:nvGrpSpPr>
        <p:grpSpPr>
          <a:xfrm>
            <a:off x="4724397" y="3211027"/>
            <a:ext cx="2743202" cy="435946"/>
            <a:chOff x="728662" y="709353"/>
            <a:chExt cx="2743202" cy="43594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344384E-4AF3-B4A4-F189-409E7C8A04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053"/>
            <a:stretch/>
          </p:blipFill>
          <p:spPr>
            <a:xfrm>
              <a:off x="728662" y="709353"/>
              <a:ext cx="381588" cy="435946"/>
            </a:xfrm>
            <a:prstGeom prst="rect">
              <a:avLst/>
            </a:prstGeom>
          </p:spPr>
        </p:pic>
        <p:sp>
          <p:nvSpPr>
            <p:cNvPr id="5" name="Freeform 33">
              <a:extLst>
                <a:ext uri="{FF2B5EF4-FFF2-40B4-BE49-F238E27FC236}">
                  <a16:creationId xmlns:a16="http://schemas.microsoft.com/office/drawing/2014/main" id="{0DE36B48-2DFA-C617-11D3-E6301B89EA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2376" y="709353"/>
              <a:ext cx="2249488" cy="295275"/>
            </a:xfrm>
            <a:custGeom>
              <a:avLst/>
              <a:gdLst>
                <a:gd name="T0" fmla="*/ 3918 w 3977"/>
                <a:gd name="T1" fmla="*/ 318 h 515"/>
                <a:gd name="T2" fmla="*/ 3977 w 3977"/>
                <a:gd name="T3" fmla="*/ 433 h 515"/>
                <a:gd name="T4" fmla="*/ 3973 w 3977"/>
                <a:gd name="T5" fmla="*/ 332 h 515"/>
                <a:gd name="T6" fmla="*/ 3688 w 3977"/>
                <a:gd name="T7" fmla="*/ 493 h 515"/>
                <a:gd name="T8" fmla="*/ 3585 w 3977"/>
                <a:gd name="T9" fmla="*/ 308 h 515"/>
                <a:gd name="T10" fmla="*/ 3488 w 3977"/>
                <a:gd name="T11" fmla="*/ 507 h 515"/>
                <a:gd name="T12" fmla="*/ 3337 w 3977"/>
                <a:gd name="T13" fmla="*/ 235 h 515"/>
                <a:gd name="T14" fmla="*/ 3543 w 3977"/>
                <a:gd name="T15" fmla="*/ 212 h 515"/>
                <a:gd name="T16" fmla="*/ 3280 w 3977"/>
                <a:gd name="T17" fmla="*/ 99 h 515"/>
                <a:gd name="T18" fmla="*/ 3280 w 3977"/>
                <a:gd name="T19" fmla="*/ 99 h 515"/>
                <a:gd name="T20" fmla="*/ 3163 w 3977"/>
                <a:gd name="T21" fmla="*/ 507 h 515"/>
                <a:gd name="T22" fmla="*/ 3163 w 3977"/>
                <a:gd name="T23" fmla="*/ 221 h 515"/>
                <a:gd name="T24" fmla="*/ 2812 w 3977"/>
                <a:gd name="T25" fmla="*/ 99 h 515"/>
                <a:gd name="T26" fmla="*/ 2812 w 3977"/>
                <a:gd name="T27" fmla="*/ 99 h 515"/>
                <a:gd name="T28" fmla="*/ 2852 w 3977"/>
                <a:gd name="T29" fmla="*/ 507 h 515"/>
                <a:gd name="T30" fmla="*/ 2695 w 3977"/>
                <a:gd name="T31" fmla="*/ 235 h 515"/>
                <a:gd name="T32" fmla="*/ 2804 w 3977"/>
                <a:gd name="T33" fmla="*/ 453 h 515"/>
                <a:gd name="T34" fmla="*/ 2521 w 3977"/>
                <a:gd name="T35" fmla="*/ 494 h 515"/>
                <a:gd name="T36" fmla="*/ 2621 w 3977"/>
                <a:gd name="T37" fmla="*/ 451 h 515"/>
                <a:gd name="T38" fmla="*/ 2470 w 3977"/>
                <a:gd name="T39" fmla="*/ 212 h 515"/>
                <a:gd name="T40" fmla="*/ 2512 w 3977"/>
                <a:gd name="T41" fmla="*/ 9 h 515"/>
                <a:gd name="T42" fmla="*/ 2236 w 3977"/>
                <a:gd name="T43" fmla="*/ 318 h 515"/>
                <a:gd name="T44" fmla="*/ 2236 w 3977"/>
                <a:gd name="T45" fmla="*/ 318 h 515"/>
                <a:gd name="T46" fmla="*/ 2295 w 3977"/>
                <a:gd name="T47" fmla="*/ 454 h 515"/>
                <a:gd name="T48" fmla="*/ 2080 w 3977"/>
                <a:gd name="T49" fmla="*/ 332 h 515"/>
                <a:gd name="T50" fmla="*/ 1949 w 3977"/>
                <a:gd name="T51" fmla="*/ 414 h 515"/>
                <a:gd name="T52" fmla="*/ 1887 w 3977"/>
                <a:gd name="T53" fmla="*/ 423 h 515"/>
                <a:gd name="T54" fmla="*/ 1537 w 3977"/>
                <a:gd name="T55" fmla="*/ 124 h 515"/>
                <a:gd name="T56" fmla="*/ 1426 w 3977"/>
                <a:gd name="T57" fmla="*/ 507 h 515"/>
                <a:gd name="T58" fmla="*/ 1453 w 3977"/>
                <a:gd name="T59" fmla="*/ 44 h 515"/>
                <a:gd name="T60" fmla="*/ 1977 w 3977"/>
                <a:gd name="T61" fmla="*/ 57 h 515"/>
                <a:gd name="T62" fmla="*/ 1342 w 3977"/>
                <a:gd name="T63" fmla="*/ 507 h 515"/>
                <a:gd name="T64" fmla="*/ 1175 w 3977"/>
                <a:gd name="T65" fmla="*/ 242 h 515"/>
                <a:gd name="T66" fmla="*/ 991 w 3977"/>
                <a:gd name="T67" fmla="*/ 507 h 515"/>
                <a:gd name="T68" fmla="*/ 991 w 3977"/>
                <a:gd name="T69" fmla="*/ 221 h 515"/>
                <a:gd name="T70" fmla="*/ 1294 w 3977"/>
                <a:gd name="T71" fmla="*/ 315 h 515"/>
                <a:gd name="T72" fmla="*/ 978 w 3977"/>
                <a:gd name="T73" fmla="*/ 493 h 515"/>
                <a:gd name="T74" fmla="*/ 875 w 3977"/>
                <a:gd name="T75" fmla="*/ 308 h 515"/>
                <a:gd name="T76" fmla="*/ 778 w 3977"/>
                <a:gd name="T77" fmla="*/ 507 h 515"/>
                <a:gd name="T78" fmla="*/ 627 w 3977"/>
                <a:gd name="T79" fmla="*/ 235 h 515"/>
                <a:gd name="T80" fmla="*/ 833 w 3977"/>
                <a:gd name="T81" fmla="*/ 212 h 515"/>
                <a:gd name="T82" fmla="*/ 552 w 3977"/>
                <a:gd name="T83" fmla="*/ 318 h 515"/>
                <a:gd name="T84" fmla="*/ 396 w 3977"/>
                <a:gd name="T85" fmla="*/ 332 h 515"/>
                <a:gd name="T86" fmla="*/ 493 w 3977"/>
                <a:gd name="T87" fmla="*/ 515 h 515"/>
                <a:gd name="T88" fmla="*/ 396 w 3977"/>
                <a:gd name="T89" fmla="*/ 332 h 515"/>
                <a:gd name="T90" fmla="*/ 172 w 3977"/>
                <a:gd name="T91" fmla="*/ 61 h 515"/>
                <a:gd name="T92" fmla="*/ 114 w 3977"/>
                <a:gd name="T93" fmla="*/ 419 h 515"/>
                <a:gd name="T94" fmla="*/ 53 w 3977"/>
                <a:gd name="T95" fmla="*/ 421 h 515"/>
                <a:gd name="T96" fmla="*/ 349 w 3977"/>
                <a:gd name="T97" fmla="*/ 175 h 515"/>
                <a:gd name="T98" fmla="*/ 3135 w 3977"/>
                <a:gd name="T99" fmla="*/ 313 h 515"/>
                <a:gd name="T100" fmla="*/ 3036 w 3977"/>
                <a:gd name="T101" fmla="*/ 491 h 515"/>
                <a:gd name="T102" fmla="*/ 3021 w 3977"/>
                <a:gd name="T103" fmla="*/ 212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77" h="515">
                  <a:moveTo>
                    <a:pt x="3918" y="318"/>
                  </a:moveTo>
                  <a:lnTo>
                    <a:pt x="3918" y="318"/>
                  </a:lnTo>
                  <a:cubicBezTo>
                    <a:pt x="3921" y="255"/>
                    <a:pt x="3878" y="229"/>
                    <a:pt x="3842" y="229"/>
                  </a:cubicBezTo>
                  <a:cubicBezTo>
                    <a:pt x="3794" y="229"/>
                    <a:pt x="3766" y="265"/>
                    <a:pt x="3762" y="318"/>
                  </a:cubicBezTo>
                  <a:lnTo>
                    <a:pt x="3918" y="318"/>
                  </a:lnTo>
                  <a:lnTo>
                    <a:pt x="3918" y="318"/>
                  </a:lnTo>
                  <a:close/>
                  <a:moveTo>
                    <a:pt x="3762" y="332"/>
                  </a:moveTo>
                  <a:lnTo>
                    <a:pt x="3762" y="332"/>
                  </a:lnTo>
                  <a:cubicBezTo>
                    <a:pt x="3761" y="461"/>
                    <a:pt x="3838" y="493"/>
                    <a:pt x="3876" y="493"/>
                  </a:cubicBezTo>
                  <a:cubicBezTo>
                    <a:pt x="3916" y="493"/>
                    <a:pt x="3936" y="479"/>
                    <a:pt x="3977" y="433"/>
                  </a:cubicBezTo>
                  <a:lnTo>
                    <a:pt x="3977" y="454"/>
                  </a:lnTo>
                  <a:cubicBezTo>
                    <a:pt x="3943" y="498"/>
                    <a:pt x="3909" y="515"/>
                    <a:pt x="3859" y="515"/>
                  </a:cubicBezTo>
                  <a:cubicBezTo>
                    <a:pt x="3770" y="515"/>
                    <a:pt x="3705" y="453"/>
                    <a:pt x="3705" y="367"/>
                  </a:cubicBezTo>
                  <a:cubicBezTo>
                    <a:pt x="3705" y="280"/>
                    <a:pt x="3768" y="212"/>
                    <a:pt x="3849" y="212"/>
                  </a:cubicBezTo>
                  <a:cubicBezTo>
                    <a:pt x="3915" y="212"/>
                    <a:pt x="3977" y="266"/>
                    <a:pt x="3973" y="332"/>
                  </a:cubicBezTo>
                  <a:lnTo>
                    <a:pt x="3762" y="332"/>
                  </a:lnTo>
                  <a:lnTo>
                    <a:pt x="3762" y="332"/>
                  </a:lnTo>
                  <a:close/>
                  <a:moveTo>
                    <a:pt x="3640" y="444"/>
                  </a:moveTo>
                  <a:lnTo>
                    <a:pt x="3640" y="444"/>
                  </a:lnTo>
                  <a:cubicBezTo>
                    <a:pt x="3640" y="482"/>
                    <a:pt x="3648" y="493"/>
                    <a:pt x="3688" y="493"/>
                  </a:cubicBezTo>
                  <a:lnTo>
                    <a:pt x="3688" y="507"/>
                  </a:lnTo>
                  <a:lnTo>
                    <a:pt x="3536" y="507"/>
                  </a:lnTo>
                  <a:lnTo>
                    <a:pt x="3536" y="493"/>
                  </a:lnTo>
                  <a:cubicBezTo>
                    <a:pt x="3574" y="493"/>
                    <a:pt x="3585" y="484"/>
                    <a:pt x="3585" y="457"/>
                  </a:cubicBezTo>
                  <a:lnTo>
                    <a:pt x="3585" y="308"/>
                  </a:lnTo>
                  <a:cubicBezTo>
                    <a:pt x="3585" y="262"/>
                    <a:pt x="3552" y="242"/>
                    <a:pt x="3521" y="242"/>
                  </a:cubicBezTo>
                  <a:cubicBezTo>
                    <a:pt x="3493" y="242"/>
                    <a:pt x="3468" y="260"/>
                    <a:pt x="3439" y="298"/>
                  </a:cubicBezTo>
                  <a:lnTo>
                    <a:pt x="3439" y="438"/>
                  </a:lnTo>
                  <a:cubicBezTo>
                    <a:pt x="3439" y="482"/>
                    <a:pt x="3445" y="493"/>
                    <a:pt x="3488" y="493"/>
                  </a:cubicBezTo>
                  <a:lnTo>
                    <a:pt x="3488" y="507"/>
                  </a:lnTo>
                  <a:lnTo>
                    <a:pt x="3337" y="507"/>
                  </a:lnTo>
                  <a:lnTo>
                    <a:pt x="3337" y="493"/>
                  </a:lnTo>
                  <a:cubicBezTo>
                    <a:pt x="3375" y="493"/>
                    <a:pt x="3385" y="490"/>
                    <a:pt x="3385" y="438"/>
                  </a:cubicBezTo>
                  <a:lnTo>
                    <a:pt x="3385" y="277"/>
                  </a:lnTo>
                  <a:cubicBezTo>
                    <a:pt x="3385" y="242"/>
                    <a:pt x="3376" y="235"/>
                    <a:pt x="3337" y="235"/>
                  </a:cubicBezTo>
                  <a:lnTo>
                    <a:pt x="3337" y="221"/>
                  </a:lnTo>
                  <a:lnTo>
                    <a:pt x="3426" y="212"/>
                  </a:lnTo>
                  <a:lnTo>
                    <a:pt x="3439" y="212"/>
                  </a:lnTo>
                  <a:lnTo>
                    <a:pt x="3439" y="270"/>
                  </a:lnTo>
                  <a:cubicBezTo>
                    <a:pt x="3473" y="231"/>
                    <a:pt x="3507" y="212"/>
                    <a:pt x="3543" y="212"/>
                  </a:cubicBezTo>
                  <a:cubicBezTo>
                    <a:pt x="3591" y="212"/>
                    <a:pt x="3640" y="246"/>
                    <a:pt x="3640" y="315"/>
                  </a:cubicBezTo>
                  <a:lnTo>
                    <a:pt x="3640" y="444"/>
                  </a:lnTo>
                  <a:lnTo>
                    <a:pt x="3640" y="444"/>
                  </a:lnTo>
                  <a:close/>
                  <a:moveTo>
                    <a:pt x="3280" y="99"/>
                  </a:moveTo>
                  <a:lnTo>
                    <a:pt x="3280" y="99"/>
                  </a:lnTo>
                  <a:cubicBezTo>
                    <a:pt x="3280" y="119"/>
                    <a:pt x="3265" y="135"/>
                    <a:pt x="3245" y="135"/>
                  </a:cubicBezTo>
                  <a:cubicBezTo>
                    <a:pt x="3226" y="135"/>
                    <a:pt x="3210" y="119"/>
                    <a:pt x="3210" y="99"/>
                  </a:cubicBezTo>
                  <a:cubicBezTo>
                    <a:pt x="3210" y="80"/>
                    <a:pt x="3226" y="65"/>
                    <a:pt x="3245" y="65"/>
                  </a:cubicBezTo>
                  <a:cubicBezTo>
                    <a:pt x="3265" y="65"/>
                    <a:pt x="3280" y="80"/>
                    <a:pt x="3280" y="99"/>
                  </a:cubicBezTo>
                  <a:lnTo>
                    <a:pt x="3280" y="99"/>
                  </a:lnTo>
                  <a:close/>
                  <a:moveTo>
                    <a:pt x="3272" y="453"/>
                  </a:moveTo>
                  <a:lnTo>
                    <a:pt x="3272" y="453"/>
                  </a:lnTo>
                  <a:cubicBezTo>
                    <a:pt x="3272" y="482"/>
                    <a:pt x="3279" y="493"/>
                    <a:pt x="3320" y="493"/>
                  </a:cubicBezTo>
                  <a:lnTo>
                    <a:pt x="3320" y="507"/>
                  </a:lnTo>
                  <a:lnTo>
                    <a:pt x="3163" y="507"/>
                  </a:lnTo>
                  <a:lnTo>
                    <a:pt x="3163" y="493"/>
                  </a:lnTo>
                  <a:cubicBezTo>
                    <a:pt x="3207" y="493"/>
                    <a:pt x="3217" y="487"/>
                    <a:pt x="3217" y="453"/>
                  </a:cubicBezTo>
                  <a:lnTo>
                    <a:pt x="3217" y="278"/>
                  </a:lnTo>
                  <a:cubicBezTo>
                    <a:pt x="3217" y="238"/>
                    <a:pt x="3205" y="235"/>
                    <a:pt x="3163" y="235"/>
                  </a:cubicBezTo>
                  <a:lnTo>
                    <a:pt x="3163" y="221"/>
                  </a:lnTo>
                  <a:lnTo>
                    <a:pt x="3258" y="212"/>
                  </a:lnTo>
                  <a:lnTo>
                    <a:pt x="3272" y="212"/>
                  </a:lnTo>
                  <a:lnTo>
                    <a:pt x="3272" y="453"/>
                  </a:lnTo>
                  <a:lnTo>
                    <a:pt x="3272" y="453"/>
                  </a:lnTo>
                  <a:close/>
                  <a:moveTo>
                    <a:pt x="2812" y="99"/>
                  </a:moveTo>
                  <a:lnTo>
                    <a:pt x="2812" y="99"/>
                  </a:lnTo>
                  <a:cubicBezTo>
                    <a:pt x="2812" y="119"/>
                    <a:pt x="2797" y="135"/>
                    <a:pt x="2778" y="135"/>
                  </a:cubicBezTo>
                  <a:cubicBezTo>
                    <a:pt x="2758" y="135"/>
                    <a:pt x="2742" y="119"/>
                    <a:pt x="2742" y="99"/>
                  </a:cubicBezTo>
                  <a:cubicBezTo>
                    <a:pt x="2742" y="80"/>
                    <a:pt x="2758" y="65"/>
                    <a:pt x="2778" y="65"/>
                  </a:cubicBezTo>
                  <a:cubicBezTo>
                    <a:pt x="2797" y="65"/>
                    <a:pt x="2812" y="80"/>
                    <a:pt x="2812" y="99"/>
                  </a:cubicBezTo>
                  <a:lnTo>
                    <a:pt x="2812" y="99"/>
                  </a:lnTo>
                  <a:close/>
                  <a:moveTo>
                    <a:pt x="2804" y="453"/>
                  </a:moveTo>
                  <a:lnTo>
                    <a:pt x="2804" y="453"/>
                  </a:lnTo>
                  <a:cubicBezTo>
                    <a:pt x="2804" y="482"/>
                    <a:pt x="2811" y="493"/>
                    <a:pt x="2852" y="493"/>
                  </a:cubicBezTo>
                  <a:lnTo>
                    <a:pt x="2852" y="507"/>
                  </a:lnTo>
                  <a:lnTo>
                    <a:pt x="2695" y="507"/>
                  </a:lnTo>
                  <a:lnTo>
                    <a:pt x="2695" y="493"/>
                  </a:lnTo>
                  <a:cubicBezTo>
                    <a:pt x="2739" y="493"/>
                    <a:pt x="2749" y="487"/>
                    <a:pt x="2749" y="453"/>
                  </a:cubicBezTo>
                  <a:lnTo>
                    <a:pt x="2749" y="278"/>
                  </a:lnTo>
                  <a:cubicBezTo>
                    <a:pt x="2749" y="238"/>
                    <a:pt x="2737" y="235"/>
                    <a:pt x="2695" y="235"/>
                  </a:cubicBezTo>
                  <a:lnTo>
                    <a:pt x="2695" y="221"/>
                  </a:lnTo>
                  <a:lnTo>
                    <a:pt x="2790" y="212"/>
                  </a:lnTo>
                  <a:lnTo>
                    <a:pt x="2804" y="212"/>
                  </a:lnTo>
                  <a:lnTo>
                    <a:pt x="2804" y="453"/>
                  </a:lnTo>
                  <a:lnTo>
                    <a:pt x="2804" y="453"/>
                  </a:lnTo>
                  <a:close/>
                  <a:moveTo>
                    <a:pt x="2566" y="278"/>
                  </a:moveTo>
                  <a:lnTo>
                    <a:pt x="2566" y="278"/>
                  </a:lnTo>
                  <a:cubicBezTo>
                    <a:pt x="2543" y="247"/>
                    <a:pt x="2512" y="229"/>
                    <a:pt x="2483" y="229"/>
                  </a:cubicBezTo>
                  <a:cubicBezTo>
                    <a:pt x="2431" y="229"/>
                    <a:pt x="2395" y="276"/>
                    <a:pt x="2395" y="346"/>
                  </a:cubicBezTo>
                  <a:cubicBezTo>
                    <a:pt x="2395" y="414"/>
                    <a:pt x="2427" y="494"/>
                    <a:pt x="2521" y="494"/>
                  </a:cubicBezTo>
                  <a:cubicBezTo>
                    <a:pt x="2553" y="494"/>
                    <a:pt x="2566" y="481"/>
                    <a:pt x="2566" y="450"/>
                  </a:cubicBezTo>
                  <a:lnTo>
                    <a:pt x="2566" y="278"/>
                  </a:lnTo>
                  <a:lnTo>
                    <a:pt x="2566" y="278"/>
                  </a:lnTo>
                  <a:close/>
                  <a:moveTo>
                    <a:pt x="2621" y="451"/>
                  </a:moveTo>
                  <a:lnTo>
                    <a:pt x="2621" y="451"/>
                  </a:lnTo>
                  <a:cubicBezTo>
                    <a:pt x="2621" y="482"/>
                    <a:pt x="2632" y="493"/>
                    <a:pt x="2669" y="493"/>
                  </a:cubicBezTo>
                  <a:lnTo>
                    <a:pt x="2669" y="507"/>
                  </a:lnTo>
                  <a:lnTo>
                    <a:pt x="2502" y="507"/>
                  </a:lnTo>
                  <a:cubicBezTo>
                    <a:pt x="2381" y="507"/>
                    <a:pt x="2336" y="425"/>
                    <a:pt x="2336" y="358"/>
                  </a:cubicBezTo>
                  <a:cubicBezTo>
                    <a:pt x="2336" y="277"/>
                    <a:pt x="2395" y="212"/>
                    <a:pt x="2470" y="212"/>
                  </a:cubicBezTo>
                  <a:cubicBezTo>
                    <a:pt x="2500" y="212"/>
                    <a:pt x="2530" y="223"/>
                    <a:pt x="2566" y="247"/>
                  </a:cubicBezTo>
                  <a:lnTo>
                    <a:pt x="2566" y="72"/>
                  </a:lnTo>
                  <a:cubicBezTo>
                    <a:pt x="2566" y="31"/>
                    <a:pt x="2556" y="23"/>
                    <a:pt x="2528" y="23"/>
                  </a:cubicBezTo>
                  <a:lnTo>
                    <a:pt x="2512" y="23"/>
                  </a:lnTo>
                  <a:lnTo>
                    <a:pt x="2512" y="9"/>
                  </a:lnTo>
                  <a:lnTo>
                    <a:pt x="2607" y="0"/>
                  </a:lnTo>
                  <a:lnTo>
                    <a:pt x="2621" y="0"/>
                  </a:lnTo>
                  <a:lnTo>
                    <a:pt x="2621" y="451"/>
                  </a:lnTo>
                  <a:lnTo>
                    <a:pt x="2621" y="451"/>
                  </a:lnTo>
                  <a:close/>
                  <a:moveTo>
                    <a:pt x="2236" y="318"/>
                  </a:moveTo>
                  <a:lnTo>
                    <a:pt x="2236" y="318"/>
                  </a:lnTo>
                  <a:cubicBezTo>
                    <a:pt x="2239" y="255"/>
                    <a:pt x="2196" y="229"/>
                    <a:pt x="2159" y="229"/>
                  </a:cubicBezTo>
                  <a:cubicBezTo>
                    <a:pt x="2112" y="229"/>
                    <a:pt x="2083" y="265"/>
                    <a:pt x="2080" y="318"/>
                  </a:cubicBezTo>
                  <a:lnTo>
                    <a:pt x="2236" y="318"/>
                  </a:lnTo>
                  <a:lnTo>
                    <a:pt x="2236" y="318"/>
                  </a:lnTo>
                  <a:close/>
                  <a:moveTo>
                    <a:pt x="2080" y="332"/>
                  </a:moveTo>
                  <a:lnTo>
                    <a:pt x="2080" y="332"/>
                  </a:lnTo>
                  <a:cubicBezTo>
                    <a:pt x="2079" y="461"/>
                    <a:pt x="2155" y="493"/>
                    <a:pt x="2194" y="493"/>
                  </a:cubicBezTo>
                  <a:cubicBezTo>
                    <a:pt x="2234" y="493"/>
                    <a:pt x="2254" y="479"/>
                    <a:pt x="2295" y="433"/>
                  </a:cubicBezTo>
                  <a:lnTo>
                    <a:pt x="2295" y="454"/>
                  </a:lnTo>
                  <a:cubicBezTo>
                    <a:pt x="2260" y="498"/>
                    <a:pt x="2227" y="515"/>
                    <a:pt x="2177" y="515"/>
                  </a:cubicBezTo>
                  <a:cubicBezTo>
                    <a:pt x="2088" y="515"/>
                    <a:pt x="2023" y="453"/>
                    <a:pt x="2023" y="367"/>
                  </a:cubicBezTo>
                  <a:cubicBezTo>
                    <a:pt x="2023" y="280"/>
                    <a:pt x="2086" y="212"/>
                    <a:pt x="2167" y="212"/>
                  </a:cubicBezTo>
                  <a:cubicBezTo>
                    <a:pt x="2233" y="212"/>
                    <a:pt x="2294" y="266"/>
                    <a:pt x="2290" y="332"/>
                  </a:cubicBezTo>
                  <a:lnTo>
                    <a:pt x="2080" y="332"/>
                  </a:lnTo>
                  <a:lnTo>
                    <a:pt x="2080" y="332"/>
                  </a:lnTo>
                  <a:close/>
                  <a:moveTo>
                    <a:pt x="1977" y="57"/>
                  </a:moveTo>
                  <a:lnTo>
                    <a:pt x="1977" y="57"/>
                  </a:lnTo>
                  <a:cubicBezTo>
                    <a:pt x="1937" y="58"/>
                    <a:pt x="1922" y="86"/>
                    <a:pt x="1925" y="129"/>
                  </a:cubicBezTo>
                  <a:lnTo>
                    <a:pt x="1949" y="414"/>
                  </a:lnTo>
                  <a:cubicBezTo>
                    <a:pt x="1954" y="471"/>
                    <a:pt x="1963" y="489"/>
                    <a:pt x="2006" y="493"/>
                  </a:cubicBezTo>
                  <a:lnTo>
                    <a:pt x="2006" y="507"/>
                  </a:lnTo>
                  <a:lnTo>
                    <a:pt x="1840" y="507"/>
                  </a:lnTo>
                  <a:lnTo>
                    <a:pt x="1840" y="493"/>
                  </a:lnTo>
                  <a:cubicBezTo>
                    <a:pt x="1878" y="486"/>
                    <a:pt x="1890" y="469"/>
                    <a:pt x="1887" y="423"/>
                  </a:cubicBezTo>
                  <a:lnTo>
                    <a:pt x="1865" y="124"/>
                  </a:lnTo>
                  <a:lnTo>
                    <a:pt x="1863" y="124"/>
                  </a:lnTo>
                  <a:lnTo>
                    <a:pt x="1705" y="507"/>
                  </a:lnTo>
                  <a:lnTo>
                    <a:pt x="1693" y="507"/>
                  </a:lnTo>
                  <a:lnTo>
                    <a:pt x="1537" y="124"/>
                  </a:lnTo>
                  <a:lnTo>
                    <a:pt x="1536" y="124"/>
                  </a:lnTo>
                  <a:lnTo>
                    <a:pt x="1510" y="410"/>
                  </a:lnTo>
                  <a:cubicBezTo>
                    <a:pt x="1506" y="456"/>
                    <a:pt x="1523" y="484"/>
                    <a:pt x="1570" y="493"/>
                  </a:cubicBezTo>
                  <a:lnTo>
                    <a:pt x="1570" y="507"/>
                  </a:lnTo>
                  <a:lnTo>
                    <a:pt x="1426" y="507"/>
                  </a:lnTo>
                  <a:lnTo>
                    <a:pt x="1426" y="493"/>
                  </a:lnTo>
                  <a:cubicBezTo>
                    <a:pt x="1473" y="486"/>
                    <a:pt x="1480" y="459"/>
                    <a:pt x="1485" y="408"/>
                  </a:cubicBezTo>
                  <a:lnTo>
                    <a:pt x="1513" y="90"/>
                  </a:lnTo>
                  <a:cubicBezTo>
                    <a:pt x="1495" y="70"/>
                    <a:pt x="1479" y="61"/>
                    <a:pt x="1453" y="57"/>
                  </a:cubicBezTo>
                  <a:lnTo>
                    <a:pt x="1453" y="44"/>
                  </a:lnTo>
                  <a:lnTo>
                    <a:pt x="1570" y="44"/>
                  </a:lnTo>
                  <a:lnTo>
                    <a:pt x="1718" y="408"/>
                  </a:lnTo>
                  <a:lnTo>
                    <a:pt x="1868" y="44"/>
                  </a:lnTo>
                  <a:lnTo>
                    <a:pt x="1977" y="44"/>
                  </a:lnTo>
                  <a:lnTo>
                    <a:pt x="1977" y="57"/>
                  </a:lnTo>
                  <a:lnTo>
                    <a:pt x="1977" y="57"/>
                  </a:lnTo>
                  <a:close/>
                  <a:moveTo>
                    <a:pt x="1294" y="444"/>
                  </a:moveTo>
                  <a:lnTo>
                    <a:pt x="1294" y="444"/>
                  </a:lnTo>
                  <a:cubicBezTo>
                    <a:pt x="1294" y="482"/>
                    <a:pt x="1302" y="493"/>
                    <a:pt x="1342" y="493"/>
                  </a:cubicBezTo>
                  <a:lnTo>
                    <a:pt x="1342" y="507"/>
                  </a:lnTo>
                  <a:lnTo>
                    <a:pt x="1190" y="507"/>
                  </a:lnTo>
                  <a:lnTo>
                    <a:pt x="1190" y="493"/>
                  </a:lnTo>
                  <a:cubicBezTo>
                    <a:pt x="1228" y="493"/>
                    <a:pt x="1239" y="484"/>
                    <a:pt x="1239" y="457"/>
                  </a:cubicBezTo>
                  <a:lnTo>
                    <a:pt x="1239" y="308"/>
                  </a:lnTo>
                  <a:cubicBezTo>
                    <a:pt x="1239" y="262"/>
                    <a:pt x="1206" y="242"/>
                    <a:pt x="1175" y="242"/>
                  </a:cubicBezTo>
                  <a:cubicBezTo>
                    <a:pt x="1147" y="242"/>
                    <a:pt x="1122" y="260"/>
                    <a:pt x="1093" y="298"/>
                  </a:cubicBezTo>
                  <a:lnTo>
                    <a:pt x="1093" y="438"/>
                  </a:lnTo>
                  <a:cubicBezTo>
                    <a:pt x="1093" y="482"/>
                    <a:pt x="1099" y="493"/>
                    <a:pt x="1142" y="493"/>
                  </a:cubicBezTo>
                  <a:lnTo>
                    <a:pt x="1142" y="507"/>
                  </a:lnTo>
                  <a:lnTo>
                    <a:pt x="991" y="507"/>
                  </a:lnTo>
                  <a:lnTo>
                    <a:pt x="991" y="493"/>
                  </a:lnTo>
                  <a:cubicBezTo>
                    <a:pt x="1029" y="493"/>
                    <a:pt x="1039" y="490"/>
                    <a:pt x="1039" y="438"/>
                  </a:cubicBezTo>
                  <a:lnTo>
                    <a:pt x="1039" y="277"/>
                  </a:lnTo>
                  <a:cubicBezTo>
                    <a:pt x="1039" y="242"/>
                    <a:pt x="1030" y="235"/>
                    <a:pt x="991" y="235"/>
                  </a:cubicBezTo>
                  <a:lnTo>
                    <a:pt x="991" y="221"/>
                  </a:lnTo>
                  <a:lnTo>
                    <a:pt x="1080" y="212"/>
                  </a:lnTo>
                  <a:lnTo>
                    <a:pt x="1093" y="212"/>
                  </a:lnTo>
                  <a:lnTo>
                    <a:pt x="1093" y="270"/>
                  </a:lnTo>
                  <a:cubicBezTo>
                    <a:pt x="1127" y="231"/>
                    <a:pt x="1161" y="212"/>
                    <a:pt x="1197" y="212"/>
                  </a:cubicBezTo>
                  <a:cubicBezTo>
                    <a:pt x="1245" y="212"/>
                    <a:pt x="1294" y="246"/>
                    <a:pt x="1294" y="315"/>
                  </a:cubicBezTo>
                  <a:lnTo>
                    <a:pt x="1294" y="444"/>
                  </a:lnTo>
                  <a:lnTo>
                    <a:pt x="1294" y="444"/>
                  </a:lnTo>
                  <a:close/>
                  <a:moveTo>
                    <a:pt x="930" y="444"/>
                  </a:moveTo>
                  <a:lnTo>
                    <a:pt x="930" y="444"/>
                  </a:lnTo>
                  <a:cubicBezTo>
                    <a:pt x="930" y="482"/>
                    <a:pt x="938" y="493"/>
                    <a:pt x="978" y="493"/>
                  </a:cubicBezTo>
                  <a:lnTo>
                    <a:pt x="978" y="507"/>
                  </a:lnTo>
                  <a:lnTo>
                    <a:pt x="826" y="507"/>
                  </a:lnTo>
                  <a:lnTo>
                    <a:pt x="826" y="493"/>
                  </a:lnTo>
                  <a:cubicBezTo>
                    <a:pt x="864" y="493"/>
                    <a:pt x="875" y="484"/>
                    <a:pt x="875" y="457"/>
                  </a:cubicBezTo>
                  <a:lnTo>
                    <a:pt x="875" y="308"/>
                  </a:lnTo>
                  <a:cubicBezTo>
                    <a:pt x="875" y="262"/>
                    <a:pt x="842" y="242"/>
                    <a:pt x="811" y="242"/>
                  </a:cubicBezTo>
                  <a:cubicBezTo>
                    <a:pt x="783" y="242"/>
                    <a:pt x="758" y="260"/>
                    <a:pt x="730" y="298"/>
                  </a:cubicBezTo>
                  <a:lnTo>
                    <a:pt x="730" y="438"/>
                  </a:lnTo>
                  <a:cubicBezTo>
                    <a:pt x="730" y="482"/>
                    <a:pt x="735" y="493"/>
                    <a:pt x="778" y="493"/>
                  </a:cubicBezTo>
                  <a:lnTo>
                    <a:pt x="778" y="507"/>
                  </a:lnTo>
                  <a:lnTo>
                    <a:pt x="627" y="507"/>
                  </a:lnTo>
                  <a:lnTo>
                    <a:pt x="627" y="493"/>
                  </a:lnTo>
                  <a:cubicBezTo>
                    <a:pt x="665" y="493"/>
                    <a:pt x="675" y="490"/>
                    <a:pt x="675" y="438"/>
                  </a:cubicBezTo>
                  <a:lnTo>
                    <a:pt x="675" y="277"/>
                  </a:lnTo>
                  <a:cubicBezTo>
                    <a:pt x="675" y="242"/>
                    <a:pt x="666" y="235"/>
                    <a:pt x="627" y="235"/>
                  </a:cubicBezTo>
                  <a:lnTo>
                    <a:pt x="627" y="221"/>
                  </a:lnTo>
                  <a:lnTo>
                    <a:pt x="716" y="212"/>
                  </a:lnTo>
                  <a:lnTo>
                    <a:pt x="730" y="212"/>
                  </a:lnTo>
                  <a:lnTo>
                    <a:pt x="730" y="270"/>
                  </a:lnTo>
                  <a:cubicBezTo>
                    <a:pt x="763" y="231"/>
                    <a:pt x="797" y="212"/>
                    <a:pt x="833" y="212"/>
                  </a:cubicBezTo>
                  <a:cubicBezTo>
                    <a:pt x="881" y="212"/>
                    <a:pt x="930" y="246"/>
                    <a:pt x="930" y="315"/>
                  </a:cubicBezTo>
                  <a:lnTo>
                    <a:pt x="930" y="444"/>
                  </a:lnTo>
                  <a:lnTo>
                    <a:pt x="930" y="444"/>
                  </a:lnTo>
                  <a:close/>
                  <a:moveTo>
                    <a:pt x="552" y="318"/>
                  </a:moveTo>
                  <a:lnTo>
                    <a:pt x="552" y="318"/>
                  </a:lnTo>
                  <a:cubicBezTo>
                    <a:pt x="555" y="255"/>
                    <a:pt x="512" y="229"/>
                    <a:pt x="475" y="229"/>
                  </a:cubicBezTo>
                  <a:cubicBezTo>
                    <a:pt x="428" y="229"/>
                    <a:pt x="399" y="265"/>
                    <a:pt x="396" y="318"/>
                  </a:cubicBezTo>
                  <a:lnTo>
                    <a:pt x="552" y="318"/>
                  </a:lnTo>
                  <a:lnTo>
                    <a:pt x="552" y="318"/>
                  </a:lnTo>
                  <a:close/>
                  <a:moveTo>
                    <a:pt x="396" y="332"/>
                  </a:moveTo>
                  <a:lnTo>
                    <a:pt x="396" y="332"/>
                  </a:lnTo>
                  <a:cubicBezTo>
                    <a:pt x="395" y="461"/>
                    <a:pt x="471" y="493"/>
                    <a:pt x="510" y="493"/>
                  </a:cubicBezTo>
                  <a:cubicBezTo>
                    <a:pt x="550" y="493"/>
                    <a:pt x="570" y="479"/>
                    <a:pt x="611" y="433"/>
                  </a:cubicBezTo>
                  <a:lnTo>
                    <a:pt x="611" y="454"/>
                  </a:lnTo>
                  <a:cubicBezTo>
                    <a:pt x="576" y="498"/>
                    <a:pt x="543" y="515"/>
                    <a:pt x="493" y="515"/>
                  </a:cubicBezTo>
                  <a:cubicBezTo>
                    <a:pt x="403" y="515"/>
                    <a:pt x="339" y="453"/>
                    <a:pt x="339" y="367"/>
                  </a:cubicBezTo>
                  <a:cubicBezTo>
                    <a:pt x="339" y="280"/>
                    <a:pt x="402" y="212"/>
                    <a:pt x="483" y="212"/>
                  </a:cubicBezTo>
                  <a:cubicBezTo>
                    <a:pt x="549" y="212"/>
                    <a:pt x="610" y="266"/>
                    <a:pt x="606" y="332"/>
                  </a:cubicBezTo>
                  <a:lnTo>
                    <a:pt x="396" y="332"/>
                  </a:lnTo>
                  <a:lnTo>
                    <a:pt x="396" y="332"/>
                  </a:lnTo>
                  <a:close/>
                  <a:moveTo>
                    <a:pt x="114" y="269"/>
                  </a:moveTo>
                  <a:lnTo>
                    <a:pt x="114" y="269"/>
                  </a:lnTo>
                  <a:cubicBezTo>
                    <a:pt x="135" y="276"/>
                    <a:pt x="147" y="277"/>
                    <a:pt x="172" y="277"/>
                  </a:cubicBezTo>
                  <a:cubicBezTo>
                    <a:pt x="240" y="277"/>
                    <a:pt x="284" y="240"/>
                    <a:pt x="284" y="177"/>
                  </a:cubicBezTo>
                  <a:cubicBezTo>
                    <a:pt x="284" y="128"/>
                    <a:pt x="257" y="61"/>
                    <a:pt x="172" y="61"/>
                  </a:cubicBezTo>
                  <a:lnTo>
                    <a:pt x="114" y="61"/>
                  </a:lnTo>
                  <a:lnTo>
                    <a:pt x="114" y="269"/>
                  </a:lnTo>
                  <a:lnTo>
                    <a:pt x="114" y="269"/>
                  </a:lnTo>
                  <a:close/>
                  <a:moveTo>
                    <a:pt x="114" y="419"/>
                  </a:moveTo>
                  <a:lnTo>
                    <a:pt x="114" y="419"/>
                  </a:lnTo>
                  <a:cubicBezTo>
                    <a:pt x="114" y="477"/>
                    <a:pt x="128" y="493"/>
                    <a:pt x="167" y="493"/>
                  </a:cubicBezTo>
                  <a:lnTo>
                    <a:pt x="167" y="507"/>
                  </a:lnTo>
                  <a:lnTo>
                    <a:pt x="0" y="507"/>
                  </a:lnTo>
                  <a:lnTo>
                    <a:pt x="0" y="493"/>
                  </a:lnTo>
                  <a:cubicBezTo>
                    <a:pt x="33" y="493"/>
                    <a:pt x="53" y="482"/>
                    <a:pt x="53" y="421"/>
                  </a:cubicBezTo>
                  <a:lnTo>
                    <a:pt x="53" y="131"/>
                  </a:lnTo>
                  <a:cubicBezTo>
                    <a:pt x="53" y="74"/>
                    <a:pt x="39" y="57"/>
                    <a:pt x="0" y="57"/>
                  </a:cubicBezTo>
                  <a:lnTo>
                    <a:pt x="0" y="44"/>
                  </a:lnTo>
                  <a:lnTo>
                    <a:pt x="169" y="44"/>
                  </a:lnTo>
                  <a:cubicBezTo>
                    <a:pt x="297" y="44"/>
                    <a:pt x="349" y="111"/>
                    <a:pt x="349" y="175"/>
                  </a:cubicBezTo>
                  <a:cubicBezTo>
                    <a:pt x="349" y="252"/>
                    <a:pt x="290" y="295"/>
                    <a:pt x="185" y="295"/>
                  </a:cubicBezTo>
                  <a:cubicBezTo>
                    <a:pt x="165" y="295"/>
                    <a:pt x="148" y="294"/>
                    <a:pt x="114" y="290"/>
                  </a:cubicBezTo>
                  <a:lnTo>
                    <a:pt x="114" y="419"/>
                  </a:lnTo>
                  <a:lnTo>
                    <a:pt x="114" y="419"/>
                  </a:lnTo>
                  <a:close/>
                  <a:moveTo>
                    <a:pt x="3135" y="313"/>
                  </a:moveTo>
                  <a:lnTo>
                    <a:pt x="3135" y="313"/>
                  </a:lnTo>
                  <a:lnTo>
                    <a:pt x="3121" y="313"/>
                  </a:lnTo>
                  <a:cubicBezTo>
                    <a:pt x="3109" y="262"/>
                    <a:pt x="3073" y="229"/>
                    <a:pt x="3025" y="229"/>
                  </a:cubicBezTo>
                  <a:cubicBezTo>
                    <a:pt x="2968" y="229"/>
                    <a:pt x="2929" y="277"/>
                    <a:pt x="2929" y="347"/>
                  </a:cubicBezTo>
                  <a:cubicBezTo>
                    <a:pt x="2929" y="426"/>
                    <a:pt x="2978" y="491"/>
                    <a:pt x="3036" y="491"/>
                  </a:cubicBezTo>
                  <a:cubicBezTo>
                    <a:pt x="3071" y="491"/>
                    <a:pt x="3113" y="473"/>
                    <a:pt x="3143" y="431"/>
                  </a:cubicBezTo>
                  <a:lnTo>
                    <a:pt x="3143" y="452"/>
                  </a:lnTo>
                  <a:cubicBezTo>
                    <a:pt x="3112" y="494"/>
                    <a:pt x="3069" y="515"/>
                    <a:pt x="3017" y="515"/>
                  </a:cubicBezTo>
                  <a:cubicBezTo>
                    <a:pt x="2932" y="515"/>
                    <a:pt x="2873" y="456"/>
                    <a:pt x="2873" y="371"/>
                  </a:cubicBezTo>
                  <a:cubicBezTo>
                    <a:pt x="2873" y="283"/>
                    <a:pt x="2939" y="212"/>
                    <a:pt x="3021" y="212"/>
                  </a:cubicBezTo>
                  <a:cubicBezTo>
                    <a:pt x="3064" y="212"/>
                    <a:pt x="3087" y="229"/>
                    <a:pt x="3102" y="229"/>
                  </a:cubicBezTo>
                  <a:cubicBezTo>
                    <a:pt x="3109" y="229"/>
                    <a:pt x="3116" y="223"/>
                    <a:pt x="3121" y="212"/>
                  </a:cubicBezTo>
                  <a:lnTo>
                    <a:pt x="3135" y="212"/>
                  </a:lnTo>
                  <a:lnTo>
                    <a:pt x="3135" y="31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3618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7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C">
    <p:bg>
      <p:bgPr>
        <a:gradFill>
          <a:gsLst>
            <a:gs pos="87000">
              <a:srgbClr val="1F538F"/>
            </a:gs>
            <a:gs pos="52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713D132-8C61-C600-AFB3-F62335C60208}"/>
              </a:ext>
            </a:extLst>
          </p:cNvPr>
          <p:cNvGrpSpPr/>
          <p:nvPr userDrawn="1"/>
        </p:nvGrpSpPr>
        <p:grpSpPr>
          <a:xfrm>
            <a:off x="4724397" y="3211027"/>
            <a:ext cx="2743202" cy="435946"/>
            <a:chOff x="4724397" y="3211027"/>
            <a:chExt cx="2743202" cy="43594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F09B02-6C86-BF07-BC42-4DA86C0C91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053"/>
            <a:stretch/>
          </p:blipFill>
          <p:spPr>
            <a:xfrm>
              <a:off x="4724397" y="3211027"/>
              <a:ext cx="381588" cy="435946"/>
            </a:xfrm>
            <a:prstGeom prst="rect">
              <a:avLst/>
            </a:prstGeom>
          </p:spPr>
        </p:pic>
        <p:sp>
          <p:nvSpPr>
            <p:cNvPr id="10" name="Freeform 33">
              <a:extLst>
                <a:ext uri="{FF2B5EF4-FFF2-40B4-BE49-F238E27FC236}">
                  <a16:creationId xmlns:a16="http://schemas.microsoft.com/office/drawing/2014/main" id="{C106549B-7A55-FB9D-40AE-058D5282DBEE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5218111" y="3211027"/>
              <a:ext cx="2249488" cy="295275"/>
            </a:xfrm>
            <a:custGeom>
              <a:avLst/>
              <a:gdLst>
                <a:gd name="T0" fmla="*/ 3918 w 3977"/>
                <a:gd name="T1" fmla="*/ 318 h 515"/>
                <a:gd name="T2" fmla="*/ 3977 w 3977"/>
                <a:gd name="T3" fmla="*/ 433 h 515"/>
                <a:gd name="T4" fmla="*/ 3973 w 3977"/>
                <a:gd name="T5" fmla="*/ 332 h 515"/>
                <a:gd name="T6" fmla="*/ 3688 w 3977"/>
                <a:gd name="T7" fmla="*/ 493 h 515"/>
                <a:gd name="T8" fmla="*/ 3585 w 3977"/>
                <a:gd name="T9" fmla="*/ 308 h 515"/>
                <a:gd name="T10" fmla="*/ 3488 w 3977"/>
                <a:gd name="T11" fmla="*/ 507 h 515"/>
                <a:gd name="T12" fmla="*/ 3337 w 3977"/>
                <a:gd name="T13" fmla="*/ 235 h 515"/>
                <a:gd name="T14" fmla="*/ 3543 w 3977"/>
                <a:gd name="T15" fmla="*/ 212 h 515"/>
                <a:gd name="T16" fmla="*/ 3280 w 3977"/>
                <a:gd name="T17" fmla="*/ 99 h 515"/>
                <a:gd name="T18" fmla="*/ 3280 w 3977"/>
                <a:gd name="T19" fmla="*/ 99 h 515"/>
                <a:gd name="T20" fmla="*/ 3163 w 3977"/>
                <a:gd name="T21" fmla="*/ 507 h 515"/>
                <a:gd name="T22" fmla="*/ 3163 w 3977"/>
                <a:gd name="T23" fmla="*/ 221 h 515"/>
                <a:gd name="T24" fmla="*/ 2812 w 3977"/>
                <a:gd name="T25" fmla="*/ 99 h 515"/>
                <a:gd name="T26" fmla="*/ 2812 w 3977"/>
                <a:gd name="T27" fmla="*/ 99 h 515"/>
                <a:gd name="T28" fmla="*/ 2852 w 3977"/>
                <a:gd name="T29" fmla="*/ 507 h 515"/>
                <a:gd name="T30" fmla="*/ 2695 w 3977"/>
                <a:gd name="T31" fmla="*/ 235 h 515"/>
                <a:gd name="T32" fmla="*/ 2804 w 3977"/>
                <a:gd name="T33" fmla="*/ 453 h 515"/>
                <a:gd name="T34" fmla="*/ 2521 w 3977"/>
                <a:gd name="T35" fmla="*/ 494 h 515"/>
                <a:gd name="T36" fmla="*/ 2621 w 3977"/>
                <a:gd name="T37" fmla="*/ 451 h 515"/>
                <a:gd name="T38" fmla="*/ 2470 w 3977"/>
                <a:gd name="T39" fmla="*/ 212 h 515"/>
                <a:gd name="T40" fmla="*/ 2512 w 3977"/>
                <a:gd name="T41" fmla="*/ 9 h 515"/>
                <a:gd name="T42" fmla="*/ 2236 w 3977"/>
                <a:gd name="T43" fmla="*/ 318 h 515"/>
                <a:gd name="T44" fmla="*/ 2236 w 3977"/>
                <a:gd name="T45" fmla="*/ 318 h 515"/>
                <a:gd name="T46" fmla="*/ 2295 w 3977"/>
                <a:gd name="T47" fmla="*/ 454 h 515"/>
                <a:gd name="T48" fmla="*/ 2080 w 3977"/>
                <a:gd name="T49" fmla="*/ 332 h 515"/>
                <a:gd name="T50" fmla="*/ 1949 w 3977"/>
                <a:gd name="T51" fmla="*/ 414 h 515"/>
                <a:gd name="T52" fmla="*/ 1887 w 3977"/>
                <a:gd name="T53" fmla="*/ 423 h 515"/>
                <a:gd name="T54" fmla="*/ 1537 w 3977"/>
                <a:gd name="T55" fmla="*/ 124 h 515"/>
                <a:gd name="T56" fmla="*/ 1426 w 3977"/>
                <a:gd name="T57" fmla="*/ 507 h 515"/>
                <a:gd name="T58" fmla="*/ 1453 w 3977"/>
                <a:gd name="T59" fmla="*/ 44 h 515"/>
                <a:gd name="T60" fmla="*/ 1977 w 3977"/>
                <a:gd name="T61" fmla="*/ 57 h 515"/>
                <a:gd name="T62" fmla="*/ 1342 w 3977"/>
                <a:gd name="T63" fmla="*/ 507 h 515"/>
                <a:gd name="T64" fmla="*/ 1175 w 3977"/>
                <a:gd name="T65" fmla="*/ 242 h 515"/>
                <a:gd name="T66" fmla="*/ 991 w 3977"/>
                <a:gd name="T67" fmla="*/ 507 h 515"/>
                <a:gd name="T68" fmla="*/ 991 w 3977"/>
                <a:gd name="T69" fmla="*/ 221 h 515"/>
                <a:gd name="T70" fmla="*/ 1294 w 3977"/>
                <a:gd name="T71" fmla="*/ 315 h 515"/>
                <a:gd name="T72" fmla="*/ 978 w 3977"/>
                <a:gd name="T73" fmla="*/ 493 h 515"/>
                <a:gd name="T74" fmla="*/ 875 w 3977"/>
                <a:gd name="T75" fmla="*/ 308 h 515"/>
                <a:gd name="T76" fmla="*/ 778 w 3977"/>
                <a:gd name="T77" fmla="*/ 507 h 515"/>
                <a:gd name="T78" fmla="*/ 627 w 3977"/>
                <a:gd name="T79" fmla="*/ 235 h 515"/>
                <a:gd name="T80" fmla="*/ 833 w 3977"/>
                <a:gd name="T81" fmla="*/ 212 h 515"/>
                <a:gd name="T82" fmla="*/ 552 w 3977"/>
                <a:gd name="T83" fmla="*/ 318 h 515"/>
                <a:gd name="T84" fmla="*/ 396 w 3977"/>
                <a:gd name="T85" fmla="*/ 332 h 515"/>
                <a:gd name="T86" fmla="*/ 493 w 3977"/>
                <a:gd name="T87" fmla="*/ 515 h 515"/>
                <a:gd name="T88" fmla="*/ 396 w 3977"/>
                <a:gd name="T89" fmla="*/ 332 h 515"/>
                <a:gd name="T90" fmla="*/ 172 w 3977"/>
                <a:gd name="T91" fmla="*/ 61 h 515"/>
                <a:gd name="T92" fmla="*/ 114 w 3977"/>
                <a:gd name="T93" fmla="*/ 419 h 515"/>
                <a:gd name="T94" fmla="*/ 53 w 3977"/>
                <a:gd name="T95" fmla="*/ 421 h 515"/>
                <a:gd name="T96" fmla="*/ 349 w 3977"/>
                <a:gd name="T97" fmla="*/ 175 h 515"/>
                <a:gd name="T98" fmla="*/ 3135 w 3977"/>
                <a:gd name="T99" fmla="*/ 313 h 515"/>
                <a:gd name="T100" fmla="*/ 3036 w 3977"/>
                <a:gd name="T101" fmla="*/ 491 h 515"/>
                <a:gd name="T102" fmla="*/ 3021 w 3977"/>
                <a:gd name="T103" fmla="*/ 212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77" h="515">
                  <a:moveTo>
                    <a:pt x="3918" y="318"/>
                  </a:moveTo>
                  <a:lnTo>
                    <a:pt x="3918" y="318"/>
                  </a:lnTo>
                  <a:cubicBezTo>
                    <a:pt x="3921" y="255"/>
                    <a:pt x="3878" y="229"/>
                    <a:pt x="3842" y="229"/>
                  </a:cubicBezTo>
                  <a:cubicBezTo>
                    <a:pt x="3794" y="229"/>
                    <a:pt x="3766" y="265"/>
                    <a:pt x="3762" y="318"/>
                  </a:cubicBezTo>
                  <a:lnTo>
                    <a:pt x="3918" y="318"/>
                  </a:lnTo>
                  <a:lnTo>
                    <a:pt x="3918" y="318"/>
                  </a:lnTo>
                  <a:close/>
                  <a:moveTo>
                    <a:pt x="3762" y="332"/>
                  </a:moveTo>
                  <a:lnTo>
                    <a:pt x="3762" y="332"/>
                  </a:lnTo>
                  <a:cubicBezTo>
                    <a:pt x="3761" y="461"/>
                    <a:pt x="3838" y="493"/>
                    <a:pt x="3876" y="493"/>
                  </a:cubicBezTo>
                  <a:cubicBezTo>
                    <a:pt x="3916" y="493"/>
                    <a:pt x="3936" y="479"/>
                    <a:pt x="3977" y="433"/>
                  </a:cubicBezTo>
                  <a:lnTo>
                    <a:pt x="3977" y="454"/>
                  </a:lnTo>
                  <a:cubicBezTo>
                    <a:pt x="3943" y="498"/>
                    <a:pt x="3909" y="515"/>
                    <a:pt x="3859" y="515"/>
                  </a:cubicBezTo>
                  <a:cubicBezTo>
                    <a:pt x="3770" y="515"/>
                    <a:pt x="3705" y="453"/>
                    <a:pt x="3705" y="367"/>
                  </a:cubicBezTo>
                  <a:cubicBezTo>
                    <a:pt x="3705" y="280"/>
                    <a:pt x="3768" y="212"/>
                    <a:pt x="3849" y="212"/>
                  </a:cubicBezTo>
                  <a:cubicBezTo>
                    <a:pt x="3915" y="212"/>
                    <a:pt x="3977" y="266"/>
                    <a:pt x="3973" y="332"/>
                  </a:cubicBezTo>
                  <a:lnTo>
                    <a:pt x="3762" y="332"/>
                  </a:lnTo>
                  <a:lnTo>
                    <a:pt x="3762" y="332"/>
                  </a:lnTo>
                  <a:close/>
                  <a:moveTo>
                    <a:pt x="3640" y="444"/>
                  </a:moveTo>
                  <a:lnTo>
                    <a:pt x="3640" y="444"/>
                  </a:lnTo>
                  <a:cubicBezTo>
                    <a:pt x="3640" y="482"/>
                    <a:pt x="3648" y="493"/>
                    <a:pt x="3688" y="493"/>
                  </a:cubicBezTo>
                  <a:lnTo>
                    <a:pt x="3688" y="507"/>
                  </a:lnTo>
                  <a:lnTo>
                    <a:pt x="3536" y="507"/>
                  </a:lnTo>
                  <a:lnTo>
                    <a:pt x="3536" y="493"/>
                  </a:lnTo>
                  <a:cubicBezTo>
                    <a:pt x="3574" y="493"/>
                    <a:pt x="3585" y="484"/>
                    <a:pt x="3585" y="457"/>
                  </a:cubicBezTo>
                  <a:lnTo>
                    <a:pt x="3585" y="308"/>
                  </a:lnTo>
                  <a:cubicBezTo>
                    <a:pt x="3585" y="262"/>
                    <a:pt x="3552" y="242"/>
                    <a:pt x="3521" y="242"/>
                  </a:cubicBezTo>
                  <a:cubicBezTo>
                    <a:pt x="3493" y="242"/>
                    <a:pt x="3468" y="260"/>
                    <a:pt x="3439" y="298"/>
                  </a:cubicBezTo>
                  <a:lnTo>
                    <a:pt x="3439" y="438"/>
                  </a:lnTo>
                  <a:cubicBezTo>
                    <a:pt x="3439" y="482"/>
                    <a:pt x="3445" y="493"/>
                    <a:pt x="3488" y="493"/>
                  </a:cubicBezTo>
                  <a:lnTo>
                    <a:pt x="3488" y="507"/>
                  </a:lnTo>
                  <a:lnTo>
                    <a:pt x="3337" y="507"/>
                  </a:lnTo>
                  <a:lnTo>
                    <a:pt x="3337" y="493"/>
                  </a:lnTo>
                  <a:cubicBezTo>
                    <a:pt x="3375" y="493"/>
                    <a:pt x="3385" y="490"/>
                    <a:pt x="3385" y="438"/>
                  </a:cubicBezTo>
                  <a:lnTo>
                    <a:pt x="3385" y="277"/>
                  </a:lnTo>
                  <a:cubicBezTo>
                    <a:pt x="3385" y="242"/>
                    <a:pt x="3376" y="235"/>
                    <a:pt x="3337" y="235"/>
                  </a:cubicBezTo>
                  <a:lnTo>
                    <a:pt x="3337" y="221"/>
                  </a:lnTo>
                  <a:lnTo>
                    <a:pt x="3426" y="212"/>
                  </a:lnTo>
                  <a:lnTo>
                    <a:pt x="3439" y="212"/>
                  </a:lnTo>
                  <a:lnTo>
                    <a:pt x="3439" y="270"/>
                  </a:lnTo>
                  <a:cubicBezTo>
                    <a:pt x="3473" y="231"/>
                    <a:pt x="3507" y="212"/>
                    <a:pt x="3543" y="212"/>
                  </a:cubicBezTo>
                  <a:cubicBezTo>
                    <a:pt x="3591" y="212"/>
                    <a:pt x="3640" y="246"/>
                    <a:pt x="3640" y="315"/>
                  </a:cubicBezTo>
                  <a:lnTo>
                    <a:pt x="3640" y="444"/>
                  </a:lnTo>
                  <a:lnTo>
                    <a:pt x="3640" y="444"/>
                  </a:lnTo>
                  <a:close/>
                  <a:moveTo>
                    <a:pt x="3280" y="99"/>
                  </a:moveTo>
                  <a:lnTo>
                    <a:pt x="3280" y="99"/>
                  </a:lnTo>
                  <a:cubicBezTo>
                    <a:pt x="3280" y="119"/>
                    <a:pt x="3265" y="135"/>
                    <a:pt x="3245" y="135"/>
                  </a:cubicBezTo>
                  <a:cubicBezTo>
                    <a:pt x="3226" y="135"/>
                    <a:pt x="3210" y="119"/>
                    <a:pt x="3210" y="99"/>
                  </a:cubicBezTo>
                  <a:cubicBezTo>
                    <a:pt x="3210" y="80"/>
                    <a:pt x="3226" y="65"/>
                    <a:pt x="3245" y="65"/>
                  </a:cubicBezTo>
                  <a:cubicBezTo>
                    <a:pt x="3265" y="65"/>
                    <a:pt x="3280" y="80"/>
                    <a:pt x="3280" y="99"/>
                  </a:cubicBezTo>
                  <a:lnTo>
                    <a:pt x="3280" y="99"/>
                  </a:lnTo>
                  <a:close/>
                  <a:moveTo>
                    <a:pt x="3272" y="453"/>
                  </a:moveTo>
                  <a:lnTo>
                    <a:pt x="3272" y="453"/>
                  </a:lnTo>
                  <a:cubicBezTo>
                    <a:pt x="3272" y="482"/>
                    <a:pt x="3279" y="493"/>
                    <a:pt x="3320" y="493"/>
                  </a:cubicBezTo>
                  <a:lnTo>
                    <a:pt x="3320" y="507"/>
                  </a:lnTo>
                  <a:lnTo>
                    <a:pt x="3163" y="507"/>
                  </a:lnTo>
                  <a:lnTo>
                    <a:pt x="3163" y="493"/>
                  </a:lnTo>
                  <a:cubicBezTo>
                    <a:pt x="3207" y="493"/>
                    <a:pt x="3217" y="487"/>
                    <a:pt x="3217" y="453"/>
                  </a:cubicBezTo>
                  <a:lnTo>
                    <a:pt x="3217" y="278"/>
                  </a:lnTo>
                  <a:cubicBezTo>
                    <a:pt x="3217" y="238"/>
                    <a:pt x="3205" y="235"/>
                    <a:pt x="3163" y="235"/>
                  </a:cubicBezTo>
                  <a:lnTo>
                    <a:pt x="3163" y="221"/>
                  </a:lnTo>
                  <a:lnTo>
                    <a:pt x="3258" y="212"/>
                  </a:lnTo>
                  <a:lnTo>
                    <a:pt x="3272" y="212"/>
                  </a:lnTo>
                  <a:lnTo>
                    <a:pt x="3272" y="453"/>
                  </a:lnTo>
                  <a:lnTo>
                    <a:pt x="3272" y="453"/>
                  </a:lnTo>
                  <a:close/>
                  <a:moveTo>
                    <a:pt x="2812" y="99"/>
                  </a:moveTo>
                  <a:lnTo>
                    <a:pt x="2812" y="99"/>
                  </a:lnTo>
                  <a:cubicBezTo>
                    <a:pt x="2812" y="119"/>
                    <a:pt x="2797" y="135"/>
                    <a:pt x="2778" y="135"/>
                  </a:cubicBezTo>
                  <a:cubicBezTo>
                    <a:pt x="2758" y="135"/>
                    <a:pt x="2742" y="119"/>
                    <a:pt x="2742" y="99"/>
                  </a:cubicBezTo>
                  <a:cubicBezTo>
                    <a:pt x="2742" y="80"/>
                    <a:pt x="2758" y="65"/>
                    <a:pt x="2778" y="65"/>
                  </a:cubicBezTo>
                  <a:cubicBezTo>
                    <a:pt x="2797" y="65"/>
                    <a:pt x="2812" y="80"/>
                    <a:pt x="2812" y="99"/>
                  </a:cubicBezTo>
                  <a:lnTo>
                    <a:pt x="2812" y="99"/>
                  </a:lnTo>
                  <a:close/>
                  <a:moveTo>
                    <a:pt x="2804" y="453"/>
                  </a:moveTo>
                  <a:lnTo>
                    <a:pt x="2804" y="453"/>
                  </a:lnTo>
                  <a:cubicBezTo>
                    <a:pt x="2804" y="482"/>
                    <a:pt x="2811" y="493"/>
                    <a:pt x="2852" y="493"/>
                  </a:cubicBezTo>
                  <a:lnTo>
                    <a:pt x="2852" y="507"/>
                  </a:lnTo>
                  <a:lnTo>
                    <a:pt x="2695" y="507"/>
                  </a:lnTo>
                  <a:lnTo>
                    <a:pt x="2695" y="493"/>
                  </a:lnTo>
                  <a:cubicBezTo>
                    <a:pt x="2739" y="493"/>
                    <a:pt x="2749" y="487"/>
                    <a:pt x="2749" y="453"/>
                  </a:cubicBezTo>
                  <a:lnTo>
                    <a:pt x="2749" y="278"/>
                  </a:lnTo>
                  <a:cubicBezTo>
                    <a:pt x="2749" y="238"/>
                    <a:pt x="2737" y="235"/>
                    <a:pt x="2695" y="235"/>
                  </a:cubicBezTo>
                  <a:lnTo>
                    <a:pt x="2695" y="221"/>
                  </a:lnTo>
                  <a:lnTo>
                    <a:pt x="2790" y="212"/>
                  </a:lnTo>
                  <a:lnTo>
                    <a:pt x="2804" y="212"/>
                  </a:lnTo>
                  <a:lnTo>
                    <a:pt x="2804" y="453"/>
                  </a:lnTo>
                  <a:lnTo>
                    <a:pt x="2804" y="453"/>
                  </a:lnTo>
                  <a:close/>
                  <a:moveTo>
                    <a:pt x="2566" y="278"/>
                  </a:moveTo>
                  <a:lnTo>
                    <a:pt x="2566" y="278"/>
                  </a:lnTo>
                  <a:cubicBezTo>
                    <a:pt x="2543" y="247"/>
                    <a:pt x="2512" y="229"/>
                    <a:pt x="2483" y="229"/>
                  </a:cubicBezTo>
                  <a:cubicBezTo>
                    <a:pt x="2431" y="229"/>
                    <a:pt x="2395" y="276"/>
                    <a:pt x="2395" y="346"/>
                  </a:cubicBezTo>
                  <a:cubicBezTo>
                    <a:pt x="2395" y="414"/>
                    <a:pt x="2427" y="494"/>
                    <a:pt x="2521" y="494"/>
                  </a:cubicBezTo>
                  <a:cubicBezTo>
                    <a:pt x="2553" y="494"/>
                    <a:pt x="2566" y="481"/>
                    <a:pt x="2566" y="450"/>
                  </a:cubicBezTo>
                  <a:lnTo>
                    <a:pt x="2566" y="278"/>
                  </a:lnTo>
                  <a:lnTo>
                    <a:pt x="2566" y="278"/>
                  </a:lnTo>
                  <a:close/>
                  <a:moveTo>
                    <a:pt x="2621" y="451"/>
                  </a:moveTo>
                  <a:lnTo>
                    <a:pt x="2621" y="451"/>
                  </a:lnTo>
                  <a:cubicBezTo>
                    <a:pt x="2621" y="482"/>
                    <a:pt x="2632" y="493"/>
                    <a:pt x="2669" y="493"/>
                  </a:cubicBezTo>
                  <a:lnTo>
                    <a:pt x="2669" y="507"/>
                  </a:lnTo>
                  <a:lnTo>
                    <a:pt x="2502" y="507"/>
                  </a:lnTo>
                  <a:cubicBezTo>
                    <a:pt x="2381" y="507"/>
                    <a:pt x="2336" y="425"/>
                    <a:pt x="2336" y="358"/>
                  </a:cubicBezTo>
                  <a:cubicBezTo>
                    <a:pt x="2336" y="277"/>
                    <a:pt x="2395" y="212"/>
                    <a:pt x="2470" y="212"/>
                  </a:cubicBezTo>
                  <a:cubicBezTo>
                    <a:pt x="2500" y="212"/>
                    <a:pt x="2530" y="223"/>
                    <a:pt x="2566" y="247"/>
                  </a:cubicBezTo>
                  <a:lnTo>
                    <a:pt x="2566" y="72"/>
                  </a:lnTo>
                  <a:cubicBezTo>
                    <a:pt x="2566" y="31"/>
                    <a:pt x="2556" y="23"/>
                    <a:pt x="2528" y="23"/>
                  </a:cubicBezTo>
                  <a:lnTo>
                    <a:pt x="2512" y="23"/>
                  </a:lnTo>
                  <a:lnTo>
                    <a:pt x="2512" y="9"/>
                  </a:lnTo>
                  <a:lnTo>
                    <a:pt x="2607" y="0"/>
                  </a:lnTo>
                  <a:lnTo>
                    <a:pt x="2621" y="0"/>
                  </a:lnTo>
                  <a:lnTo>
                    <a:pt x="2621" y="451"/>
                  </a:lnTo>
                  <a:lnTo>
                    <a:pt x="2621" y="451"/>
                  </a:lnTo>
                  <a:close/>
                  <a:moveTo>
                    <a:pt x="2236" y="318"/>
                  </a:moveTo>
                  <a:lnTo>
                    <a:pt x="2236" y="318"/>
                  </a:lnTo>
                  <a:cubicBezTo>
                    <a:pt x="2239" y="255"/>
                    <a:pt x="2196" y="229"/>
                    <a:pt x="2159" y="229"/>
                  </a:cubicBezTo>
                  <a:cubicBezTo>
                    <a:pt x="2112" y="229"/>
                    <a:pt x="2083" y="265"/>
                    <a:pt x="2080" y="318"/>
                  </a:cubicBezTo>
                  <a:lnTo>
                    <a:pt x="2236" y="318"/>
                  </a:lnTo>
                  <a:lnTo>
                    <a:pt x="2236" y="318"/>
                  </a:lnTo>
                  <a:close/>
                  <a:moveTo>
                    <a:pt x="2080" y="332"/>
                  </a:moveTo>
                  <a:lnTo>
                    <a:pt x="2080" y="332"/>
                  </a:lnTo>
                  <a:cubicBezTo>
                    <a:pt x="2079" y="461"/>
                    <a:pt x="2155" y="493"/>
                    <a:pt x="2194" y="493"/>
                  </a:cubicBezTo>
                  <a:cubicBezTo>
                    <a:pt x="2234" y="493"/>
                    <a:pt x="2254" y="479"/>
                    <a:pt x="2295" y="433"/>
                  </a:cubicBezTo>
                  <a:lnTo>
                    <a:pt x="2295" y="454"/>
                  </a:lnTo>
                  <a:cubicBezTo>
                    <a:pt x="2260" y="498"/>
                    <a:pt x="2227" y="515"/>
                    <a:pt x="2177" y="515"/>
                  </a:cubicBezTo>
                  <a:cubicBezTo>
                    <a:pt x="2088" y="515"/>
                    <a:pt x="2023" y="453"/>
                    <a:pt x="2023" y="367"/>
                  </a:cubicBezTo>
                  <a:cubicBezTo>
                    <a:pt x="2023" y="280"/>
                    <a:pt x="2086" y="212"/>
                    <a:pt x="2167" y="212"/>
                  </a:cubicBezTo>
                  <a:cubicBezTo>
                    <a:pt x="2233" y="212"/>
                    <a:pt x="2294" y="266"/>
                    <a:pt x="2290" y="332"/>
                  </a:cubicBezTo>
                  <a:lnTo>
                    <a:pt x="2080" y="332"/>
                  </a:lnTo>
                  <a:lnTo>
                    <a:pt x="2080" y="332"/>
                  </a:lnTo>
                  <a:close/>
                  <a:moveTo>
                    <a:pt x="1977" y="57"/>
                  </a:moveTo>
                  <a:lnTo>
                    <a:pt x="1977" y="57"/>
                  </a:lnTo>
                  <a:cubicBezTo>
                    <a:pt x="1937" y="58"/>
                    <a:pt x="1922" y="86"/>
                    <a:pt x="1925" y="129"/>
                  </a:cubicBezTo>
                  <a:lnTo>
                    <a:pt x="1949" y="414"/>
                  </a:lnTo>
                  <a:cubicBezTo>
                    <a:pt x="1954" y="471"/>
                    <a:pt x="1963" y="489"/>
                    <a:pt x="2006" y="493"/>
                  </a:cubicBezTo>
                  <a:lnTo>
                    <a:pt x="2006" y="507"/>
                  </a:lnTo>
                  <a:lnTo>
                    <a:pt x="1840" y="507"/>
                  </a:lnTo>
                  <a:lnTo>
                    <a:pt x="1840" y="493"/>
                  </a:lnTo>
                  <a:cubicBezTo>
                    <a:pt x="1878" y="486"/>
                    <a:pt x="1890" y="469"/>
                    <a:pt x="1887" y="423"/>
                  </a:cubicBezTo>
                  <a:lnTo>
                    <a:pt x="1865" y="124"/>
                  </a:lnTo>
                  <a:lnTo>
                    <a:pt x="1863" y="124"/>
                  </a:lnTo>
                  <a:lnTo>
                    <a:pt x="1705" y="507"/>
                  </a:lnTo>
                  <a:lnTo>
                    <a:pt x="1693" y="507"/>
                  </a:lnTo>
                  <a:lnTo>
                    <a:pt x="1537" y="124"/>
                  </a:lnTo>
                  <a:lnTo>
                    <a:pt x="1536" y="124"/>
                  </a:lnTo>
                  <a:lnTo>
                    <a:pt x="1510" y="410"/>
                  </a:lnTo>
                  <a:cubicBezTo>
                    <a:pt x="1506" y="456"/>
                    <a:pt x="1523" y="484"/>
                    <a:pt x="1570" y="493"/>
                  </a:cubicBezTo>
                  <a:lnTo>
                    <a:pt x="1570" y="507"/>
                  </a:lnTo>
                  <a:lnTo>
                    <a:pt x="1426" y="507"/>
                  </a:lnTo>
                  <a:lnTo>
                    <a:pt x="1426" y="493"/>
                  </a:lnTo>
                  <a:cubicBezTo>
                    <a:pt x="1473" y="486"/>
                    <a:pt x="1480" y="459"/>
                    <a:pt x="1485" y="408"/>
                  </a:cubicBezTo>
                  <a:lnTo>
                    <a:pt x="1513" y="90"/>
                  </a:lnTo>
                  <a:cubicBezTo>
                    <a:pt x="1495" y="70"/>
                    <a:pt x="1479" y="61"/>
                    <a:pt x="1453" y="57"/>
                  </a:cubicBezTo>
                  <a:lnTo>
                    <a:pt x="1453" y="44"/>
                  </a:lnTo>
                  <a:lnTo>
                    <a:pt x="1570" y="44"/>
                  </a:lnTo>
                  <a:lnTo>
                    <a:pt x="1718" y="408"/>
                  </a:lnTo>
                  <a:lnTo>
                    <a:pt x="1868" y="44"/>
                  </a:lnTo>
                  <a:lnTo>
                    <a:pt x="1977" y="44"/>
                  </a:lnTo>
                  <a:lnTo>
                    <a:pt x="1977" y="57"/>
                  </a:lnTo>
                  <a:lnTo>
                    <a:pt x="1977" y="57"/>
                  </a:lnTo>
                  <a:close/>
                  <a:moveTo>
                    <a:pt x="1294" y="444"/>
                  </a:moveTo>
                  <a:lnTo>
                    <a:pt x="1294" y="444"/>
                  </a:lnTo>
                  <a:cubicBezTo>
                    <a:pt x="1294" y="482"/>
                    <a:pt x="1302" y="493"/>
                    <a:pt x="1342" y="493"/>
                  </a:cubicBezTo>
                  <a:lnTo>
                    <a:pt x="1342" y="507"/>
                  </a:lnTo>
                  <a:lnTo>
                    <a:pt x="1190" y="507"/>
                  </a:lnTo>
                  <a:lnTo>
                    <a:pt x="1190" y="493"/>
                  </a:lnTo>
                  <a:cubicBezTo>
                    <a:pt x="1228" y="493"/>
                    <a:pt x="1239" y="484"/>
                    <a:pt x="1239" y="457"/>
                  </a:cubicBezTo>
                  <a:lnTo>
                    <a:pt x="1239" y="308"/>
                  </a:lnTo>
                  <a:cubicBezTo>
                    <a:pt x="1239" y="262"/>
                    <a:pt x="1206" y="242"/>
                    <a:pt x="1175" y="242"/>
                  </a:cubicBezTo>
                  <a:cubicBezTo>
                    <a:pt x="1147" y="242"/>
                    <a:pt x="1122" y="260"/>
                    <a:pt x="1093" y="298"/>
                  </a:cubicBezTo>
                  <a:lnTo>
                    <a:pt x="1093" y="438"/>
                  </a:lnTo>
                  <a:cubicBezTo>
                    <a:pt x="1093" y="482"/>
                    <a:pt x="1099" y="493"/>
                    <a:pt x="1142" y="493"/>
                  </a:cubicBezTo>
                  <a:lnTo>
                    <a:pt x="1142" y="507"/>
                  </a:lnTo>
                  <a:lnTo>
                    <a:pt x="991" y="507"/>
                  </a:lnTo>
                  <a:lnTo>
                    <a:pt x="991" y="493"/>
                  </a:lnTo>
                  <a:cubicBezTo>
                    <a:pt x="1029" y="493"/>
                    <a:pt x="1039" y="490"/>
                    <a:pt x="1039" y="438"/>
                  </a:cubicBezTo>
                  <a:lnTo>
                    <a:pt x="1039" y="277"/>
                  </a:lnTo>
                  <a:cubicBezTo>
                    <a:pt x="1039" y="242"/>
                    <a:pt x="1030" y="235"/>
                    <a:pt x="991" y="235"/>
                  </a:cubicBezTo>
                  <a:lnTo>
                    <a:pt x="991" y="221"/>
                  </a:lnTo>
                  <a:lnTo>
                    <a:pt x="1080" y="212"/>
                  </a:lnTo>
                  <a:lnTo>
                    <a:pt x="1093" y="212"/>
                  </a:lnTo>
                  <a:lnTo>
                    <a:pt x="1093" y="270"/>
                  </a:lnTo>
                  <a:cubicBezTo>
                    <a:pt x="1127" y="231"/>
                    <a:pt x="1161" y="212"/>
                    <a:pt x="1197" y="212"/>
                  </a:cubicBezTo>
                  <a:cubicBezTo>
                    <a:pt x="1245" y="212"/>
                    <a:pt x="1294" y="246"/>
                    <a:pt x="1294" y="315"/>
                  </a:cubicBezTo>
                  <a:lnTo>
                    <a:pt x="1294" y="444"/>
                  </a:lnTo>
                  <a:lnTo>
                    <a:pt x="1294" y="444"/>
                  </a:lnTo>
                  <a:close/>
                  <a:moveTo>
                    <a:pt x="930" y="444"/>
                  </a:moveTo>
                  <a:lnTo>
                    <a:pt x="930" y="444"/>
                  </a:lnTo>
                  <a:cubicBezTo>
                    <a:pt x="930" y="482"/>
                    <a:pt x="938" y="493"/>
                    <a:pt x="978" y="493"/>
                  </a:cubicBezTo>
                  <a:lnTo>
                    <a:pt x="978" y="507"/>
                  </a:lnTo>
                  <a:lnTo>
                    <a:pt x="826" y="507"/>
                  </a:lnTo>
                  <a:lnTo>
                    <a:pt x="826" y="493"/>
                  </a:lnTo>
                  <a:cubicBezTo>
                    <a:pt x="864" y="493"/>
                    <a:pt x="875" y="484"/>
                    <a:pt x="875" y="457"/>
                  </a:cubicBezTo>
                  <a:lnTo>
                    <a:pt x="875" y="308"/>
                  </a:lnTo>
                  <a:cubicBezTo>
                    <a:pt x="875" y="262"/>
                    <a:pt x="842" y="242"/>
                    <a:pt x="811" y="242"/>
                  </a:cubicBezTo>
                  <a:cubicBezTo>
                    <a:pt x="783" y="242"/>
                    <a:pt x="758" y="260"/>
                    <a:pt x="730" y="298"/>
                  </a:cubicBezTo>
                  <a:lnTo>
                    <a:pt x="730" y="438"/>
                  </a:lnTo>
                  <a:cubicBezTo>
                    <a:pt x="730" y="482"/>
                    <a:pt x="735" y="493"/>
                    <a:pt x="778" y="493"/>
                  </a:cubicBezTo>
                  <a:lnTo>
                    <a:pt x="778" y="507"/>
                  </a:lnTo>
                  <a:lnTo>
                    <a:pt x="627" y="507"/>
                  </a:lnTo>
                  <a:lnTo>
                    <a:pt x="627" y="493"/>
                  </a:lnTo>
                  <a:cubicBezTo>
                    <a:pt x="665" y="493"/>
                    <a:pt x="675" y="490"/>
                    <a:pt x="675" y="438"/>
                  </a:cubicBezTo>
                  <a:lnTo>
                    <a:pt x="675" y="277"/>
                  </a:lnTo>
                  <a:cubicBezTo>
                    <a:pt x="675" y="242"/>
                    <a:pt x="666" y="235"/>
                    <a:pt x="627" y="235"/>
                  </a:cubicBezTo>
                  <a:lnTo>
                    <a:pt x="627" y="221"/>
                  </a:lnTo>
                  <a:lnTo>
                    <a:pt x="716" y="212"/>
                  </a:lnTo>
                  <a:lnTo>
                    <a:pt x="730" y="212"/>
                  </a:lnTo>
                  <a:lnTo>
                    <a:pt x="730" y="270"/>
                  </a:lnTo>
                  <a:cubicBezTo>
                    <a:pt x="763" y="231"/>
                    <a:pt x="797" y="212"/>
                    <a:pt x="833" y="212"/>
                  </a:cubicBezTo>
                  <a:cubicBezTo>
                    <a:pt x="881" y="212"/>
                    <a:pt x="930" y="246"/>
                    <a:pt x="930" y="315"/>
                  </a:cubicBezTo>
                  <a:lnTo>
                    <a:pt x="930" y="444"/>
                  </a:lnTo>
                  <a:lnTo>
                    <a:pt x="930" y="444"/>
                  </a:lnTo>
                  <a:close/>
                  <a:moveTo>
                    <a:pt x="552" y="318"/>
                  </a:moveTo>
                  <a:lnTo>
                    <a:pt x="552" y="318"/>
                  </a:lnTo>
                  <a:cubicBezTo>
                    <a:pt x="555" y="255"/>
                    <a:pt x="512" y="229"/>
                    <a:pt x="475" y="229"/>
                  </a:cubicBezTo>
                  <a:cubicBezTo>
                    <a:pt x="428" y="229"/>
                    <a:pt x="399" y="265"/>
                    <a:pt x="396" y="318"/>
                  </a:cubicBezTo>
                  <a:lnTo>
                    <a:pt x="552" y="318"/>
                  </a:lnTo>
                  <a:lnTo>
                    <a:pt x="552" y="318"/>
                  </a:lnTo>
                  <a:close/>
                  <a:moveTo>
                    <a:pt x="396" y="332"/>
                  </a:moveTo>
                  <a:lnTo>
                    <a:pt x="396" y="332"/>
                  </a:lnTo>
                  <a:cubicBezTo>
                    <a:pt x="395" y="461"/>
                    <a:pt x="471" y="493"/>
                    <a:pt x="510" y="493"/>
                  </a:cubicBezTo>
                  <a:cubicBezTo>
                    <a:pt x="550" y="493"/>
                    <a:pt x="570" y="479"/>
                    <a:pt x="611" y="433"/>
                  </a:cubicBezTo>
                  <a:lnTo>
                    <a:pt x="611" y="454"/>
                  </a:lnTo>
                  <a:cubicBezTo>
                    <a:pt x="576" y="498"/>
                    <a:pt x="543" y="515"/>
                    <a:pt x="493" y="515"/>
                  </a:cubicBezTo>
                  <a:cubicBezTo>
                    <a:pt x="403" y="515"/>
                    <a:pt x="339" y="453"/>
                    <a:pt x="339" y="367"/>
                  </a:cubicBezTo>
                  <a:cubicBezTo>
                    <a:pt x="339" y="280"/>
                    <a:pt x="402" y="212"/>
                    <a:pt x="483" y="212"/>
                  </a:cubicBezTo>
                  <a:cubicBezTo>
                    <a:pt x="549" y="212"/>
                    <a:pt x="610" y="266"/>
                    <a:pt x="606" y="332"/>
                  </a:cubicBezTo>
                  <a:lnTo>
                    <a:pt x="396" y="332"/>
                  </a:lnTo>
                  <a:lnTo>
                    <a:pt x="396" y="332"/>
                  </a:lnTo>
                  <a:close/>
                  <a:moveTo>
                    <a:pt x="114" y="269"/>
                  </a:moveTo>
                  <a:lnTo>
                    <a:pt x="114" y="269"/>
                  </a:lnTo>
                  <a:cubicBezTo>
                    <a:pt x="135" y="276"/>
                    <a:pt x="147" y="277"/>
                    <a:pt x="172" y="277"/>
                  </a:cubicBezTo>
                  <a:cubicBezTo>
                    <a:pt x="240" y="277"/>
                    <a:pt x="284" y="240"/>
                    <a:pt x="284" y="177"/>
                  </a:cubicBezTo>
                  <a:cubicBezTo>
                    <a:pt x="284" y="128"/>
                    <a:pt x="257" y="61"/>
                    <a:pt x="172" y="61"/>
                  </a:cubicBezTo>
                  <a:lnTo>
                    <a:pt x="114" y="61"/>
                  </a:lnTo>
                  <a:lnTo>
                    <a:pt x="114" y="269"/>
                  </a:lnTo>
                  <a:lnTo>
                    <a:pt x="114" y="269"/>
                  </a:lnTo>
                  <a:close/>
                  <a:moveTo>
                    <a:pt x="114" y="419"/>
                  </a:moveTo>
                  <a:lnTo>
                    <a:pt x="114" y="419"/>
                  </a:lnTo>
                  <a:cubicBezTo>
                    <a:pt x="114" y="477"/>
                    <a:pt x="128" y="493"/>
                    <a:pt x="167" y="493"/>
                  </a:cubicBezTo>
                  <a:lnTo>
                    <a:pt x="167" y="507"/>
                  </a:lnTo>
                  <a:lnTo>
                    <a:pt x="0" y="507"/>
                  </a:lnTo>
                  <a:lnTo>
                    <a:pt x="0" y="493"/>
                  </a:lnTo>
                  <a:cubicBezTo>
                    <a:pt x="33" y="493"/>
                    <a:pt x="53" y="482"/>
                    <a:pt x="53" y="421"/>
                  </a:cubicBezTo>
                  <a:lnTo>
                    <a:pt x="53" y="131"/>
                  </a:lnTo>
                  <a:cubicBezTo>
                    <a:pt x="53" y="74"/>
                    <a:pt x="39" y="57"/>
                    <a:pt x="0" y="57"/>
                  </a:cubicBezTo>
                  <a:lnTo>
                    <a:pt x="0" y="44"/>
                  </a:lnTo>
                  <a:lnTo>
                    <a:pt x="169" y="44"/>
                  </a:lnTo>
                  <a:cubicBezTo>
                    <a:pt x="297" y="44"/>
                    <a:pt x="349" y="111"/>
                    <a:pt x="349" y="175"/>
                  </a:cubicBezTo>
                  <a:cubicBezTo>
                    <a:pt x="349" y="252"/>
                    <a:pt x="290" y="295"/>
                    <a:pt x="185" y="295"/>
                  </a:cubicBezTo>
                  <a:cubicBezTo>
                    <a:pt x="165" y="295"/>
                    <a:pt x="148" y="294"/>
                    <a:pt x="114" y="290"/>
                  </a:cubicBezTo>
                  <a:lnTo>
                    <a:pt x="114" y="419"/>
                  </a:lnTo>
                  <a:lnTo>
                    <a:pt x="114" y="419"/>
                  </a:lnTo>
                  <a:close/>
                  <a:moveTo>
                    <a:pt x="3135" y="313"/>
                  </a:moveTo>
                  <a:lnTo>
                    <a:pt x="3135" y="313"/>
                  </a:lnTo>
                  <a:lnTo>
                    <a:pt x="3121" y="313"/>
                  </a:lnTo>
                  <a:cubicBezTo>
                    <a:pt x="3109" y="262"/>
                    <a:pt x="3073" y="229"/>
                    <a:pt x="3025" y="229"/>
                  </a:cubicBezTo>
                  <a:cubicBezTo>
                    <a:pt x="2968" y="229"/>
                    <a:pt x="2929" y="277"/>
                    <a:pt x="2929" y="347"/>
                  </a:cubicBezTo>
                  <a:cubicBezTo>
                    <a:pt x="2929" y="426"/>
                    <a:pt x="2978" y="491"/>
                    <a:pt x="3036" y="491"/>
                  </a:cubicBezTo>
                  <a:cubicBezTo>
                    <a:pt x="3071" y="491"/>
                    <a:pt x="3113" y="473"/>
                    <a:pt x="3143" y="431"/>
                  </a:cubicBezTo>
                  <a:lnTo>
                    <a:pt x="3143" y="452"/>
                  </a:lnTo>
                  <a:cubicBezTo>
                    <a:pt x="3112" y="494"/>
                    <a:pt x="3069" y="515"/>
                    <a:pt x="3017" y="515"/>
                  </a:cubicBezTo>
                  <a:cubicBezTo>
                    <a:pt x="2932" y="515"/>
                    <a:pt x="2873" y="456"/>
                    <a:pt x="2873" y="371"/>
                  </a:cubicBezTo>
                  <a:cubicBezTo>
                    <a:pt x="2873" y="283"/>
                    <a:pt x="2939" y="212"/>
                    <a:pt x="3021" y="212"/>
                  </a:cubicBezTo>
                  <a:cubicBezTo>
                    <a:pt x="3064" y="212"/>
                    <a:pt x="3087" y="229"/>
                    <a:pt x="3102" y="229"/>
                  </a:cubicBezTo>
                  <a:cubicBezTo>
                    <a:pt x="3109" y="229"/>
                    <a:pt x="3116" y="223"/>
                    <a:pt x="3121" y="212"/>
                  </a:cubicBezTo>
                  <a:lnTo>
                    <a:pt x="3135" y="212"/>
                  </a:lnTo>
                  <a:lnTo>
                    <a:pt x="3135" y="31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Line top Placeholder 20">
            <a:extLst>
              <a:ext uri="{FF2B5EF4-FFF2-40B4-BE49-F238E27FC236}">
                <a16:creationId xmlns:a16="http://schemas.microsoft.com/office/drawing/2014/main" id="{07792B4C-F919-7FC6-37AC-1AC9B390E5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0997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uides" hidden="1">
            <a:extLst>
              <a:ext uri="{FF2B5EF4-FFF2-40B4-BE49-F238E27FC236}">
                <a16:creationId xmlns:a16="http://schemas.microsoft.com/office/drawing/2014/main" id="{34F4D84D-8B38-E9C5-1868-7F61784FF06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0FCFE-6765-0832-0840-9CF39F36BB4B}"/>
              </a:ext>
            </a:extLst>
          </p:cNvPr>
          <p:cNvSpPr txBox="1"/>
          <p:nvPr userDrawn="1"/>
        </p:nvSpPr>
        <p:spPr>
          <a:xfrm>
            <a:off x="719138" y="719138"/>
            <a:ext cx="107521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solidFill>
                  <a:schemeClr val="bg1"/>
                </a:solidFill>
              </a:rPr>
              <a:t>If you see any </a:t>
            </a:r>
            <a:r>
              <a:rPr lang="en-GB" sz="4400" b="1" i="1" dirty="0">
                <a:solidFill>
                  <a:schemeClr val="bg1"/>
                </a:solidFill>
              </a:rPr>
              <a:t>layouts after this </a:t>
            </a:r>
            <a:r>
              <a:rPr lang="en-GB" sz="4400" dirty="0">
                <a:solidFill>
                  <a:schemeClr val="bg1"/>
                </a:solidFill>
              </a:rPr>
              <a:t>one,</a:t>
            </a:r>
            <a:br>
              <a:rPr lang="en-GB" sz="4400" dirty="0">
                <a:solidFill>
                  <a:schemeClr val="bg1"/>
                </a:solidFill>
              </a:rPr>
            </a:br>
            <a:r>
              <a:rPr lang="en-GB" sz="4400" dirty="0">
                <a:solidFill>
                  <a:schemeClr val="bg1"/>
                </a:solidFill>
              </a:rPr>
              <a:t>do not use them. These layouts are not part of our corporate template.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66478E-CC82-DDC4-E285-44F5186FA8EF}"/>
              </a:ext>
            </a:extLst>
          </p:cNvPr>
          <p:cNvSpPr txBox="1"/>
          <p:nvPr userDrawn="1"/>
        </p:nvSpPr>
        <p:spPr>
          <a:xfrm>
            <a:off x="719138" y="2370138"/>
            <a:ext cx="982662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b="1" i="1" dirty="0">
                <a:solidFill>
                  <a:schemeClr val="bg1"/>
                </a:solidFill>
              </a:rPr>
              <a:t>Do not use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5D99491-12E6-F691-C3B6-1E56D3E5BEA5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8E280-940A-9CA6-05EF-30988A74A821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0B93E5-EC9B-1CC2-0E61-75FEB63B4820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01A1C46-3C4F-8189-EA0E-23635248B2F4}"/>
              </a:ext>
            </a:extLst>
          </p:cNvPr>
          <p:cNvSpPr txBox="1"/>
          <p:nvPr userDrawn="1"/>
        </p:nvSpPr>
        <p:spPr>
          <a:xfrm>
            <a:off x="719138" y="5142277"/>
            <a:ext cx="107521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algn="ctr"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Also notice: Layouts after this might contain potential confidential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2583185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50" Type="http://schemas.openxmlformats.org/officeDocument/2006/relationships/tags" Target="../tags/tag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4653DF-2095-1798-1D71-96071517C202}"/>
              </a:ext>
            </a:extLst>
          </p:cNvPr>
          <p:cNvSpPr>
            <a:spLocks noGrp="1"/>
          </p:cNvSpPr>
          <p:nvPr>
            <p:ph type="title"/>
            <p:custDataLst>
              <p:tags r:id="rId48"/>
            </p:custDataLst>
          </p:nvPr>
        </p:nvSpPr>
        <p:spPr>
          <a:xfrm>
            <a:off x="719138" y="720000"/>
            <a:ext cx="10753724" cy="90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3B6BD-6FE3-BE4B-16AE-1D8275ECAA77}"/>
              </a:ext>
            </a:extLst>
          </p:cNvPr>
          <p:cNvSpPr>
            <a:spLocks noGrp="1"/>
          </p:cNvSpPr>
          <p:nvPr>
            <p:ph type="body" idx="1"/>
            <p:custDataLst>
              <p:tags r:id="rId49"/>
            </p:custDataLst>
          </p:nvPr>
        </p:nvSpPr>
        <p:spPr>
          <a:xfrm>
            <a:off x="720000" y="1713599"/>
            <a:ext cx="10752000" cy="442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Nineth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EBF82-8BAB-1E5B-37EF-020818D10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38" y="6439469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fld id="{81379BFB-6DDB-48BF-908C-F98602F352E4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FCFEF-8B6A-152F-1EE7-29B8B4C5E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9138" y="6439469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Footers" descr="{&quot;templafy&quot;:{&quot;id&quot;:&quot;7bd821ab-2b5a-4feb-809b-9e9351837c7c&quot;}}">
            <a:extLst>
              <a:ext uri="{FF2B5EF4-FFF2-40B4-BE49-F238E27FC236}">
                <a16:creationId xmlns:a16="http://schemas.microsoft.com/office/drawing/2014/main" id="{C9D8BBB8-64ED-CEAF-3B7D-CCE7CC4C4579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  <p:sp>
        <p:nvSpPr>
          <p:cNvPr id="19" name="Guides" hidden="1">
            <a:extLst>
              <a:ext uri="{FF2B5EF4-FFF2-40B4-BE49-F238E27FC236}">
                <a16:creationId xmlns:a16="http://schemas.microsoft.com/office/drawing/2014/main" id="{0D073D88-5C5F-430B-DE0F-D1CD684A6AE8}"/>
              </a:ext>
            </a:extLst>
          </p:cNvPr>
          <p:cNvSpPr/>
          <p:nvPr userDrawn="1">
            <p:custDataLst>
              <p:tags r:id="rId50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60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58" r:id="rId3"/>
    <p:sldLayoutId id="2147483659" r:id="rId4"/>
    <p:sldLayoutId id="2147483660" r:id="rId5"/>
    <p:sldLayoutId id="2147483667" r:id="rId6"/>
    <p:sldLayoutId id="2147483666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50" r:id="rId13"/>
    <p:sldLayoutId id="2147483653" r:id="rId14"/>
    <p:sldLayoutId id="2147483668" r:id="rId15"/>
    <p:sldLayoutId id="2147483669" r:id="rId16"/>
    <p:sldLayoutId id="2147483651" r:id="rId17"/>
    <p:sldLayoutId id="2147483652" r:id="rId18"/>
    <p:sldLayoutId id="2147483654" r:id="rId19"/>
    <p:sldLayoutId id="2147483655" r:id="rId20"/>
    <p:sldLayoutId id="2147483670" r:id="rId21"/>
    <p:sldLayoutId id="2147483671" r:id="rId22"/>
    <p:sldLayoutId id="2147483672" r:id="rId23"/>
    <p:sldLayoutId id="2147483693" r:id="rId24"/>
    <p:sldLayoutId id="2147483694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90" r:id="rId34"/>
    <p:sldLayoutId id="2147483681" r:id="rId35"/>
    <p:sldLayoutId id="2147483682" r:id="rId36"/>
    <p:sldLayoutId id="2147483683" r:id="rId37"/>
    <p:sldLayoutId id="2147483692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56" r:id="rId45"/>
    <p:sldLayoutId id="2147483691" r:id="rId4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50"/>
        </a:spcBef>
        <a:spcAft>
          <a:spcPts val="600"/>
        </a:spcAft>
        <a:buFont typeface="Arial" panose="020B0604020202020204" pitchFamily="34" charset="0"/>
        <a:buNone/>
        <a:defRPr sz="1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136800" indent="-136800" algn="l" defTabSz="914400" rtl="0" eaLnBrk="1" latinLnBrk="0" hangingPunct="1">
        <a:lnSpc>
          <a:spcPct val="100000"/>
        </a:lnSpc>
        <a:spcBef>
          <a:spcPts val="400"/>
        </a:spcBef>
        <a:spcAft>
          <a:spcPts val="100"/>
        </a:spcAft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320400" indent="-183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Font typeface="Calibri Light" panose="020F0302020204030204" pitchFamily="34" charset="0"/>
        <a:buChar char="—"/>
        <a:defRPr sz="12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504000" indent="-183600" algn="l" defTabSz="914400" rtl="0" eaLnBrk="1" latinLnBrk="0" hangingPunct="1">
        <a:lnSpc>
          <a:spcPct val="100000"/>
        </a:lnSpc>
        <a:spcBef>
          <a:spcPts val="100"/>
        </a:spcBef>
        <a:spcAft>
          <a:spcPts val="300"/>
        </a:spcAft>
        <a:buClr>
          <a:srgbClr val="9EC3E1"/>
        </a:buClr>
        <a:buFont typeface="Courier New" panose="02070309020205020404" pitchFamily="49" charset="0"/>
        <a:buChar char="o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None/>
        <a:defRPr sz="1800" b="1" kern="1200" cap="all" spc="200" baseline="0">
          <a:solidFill>
            <a:schemeClr val="accent2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kern="1200">
          <a:solidFill>
            <a:schemeClr val="accent3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None/>
        <a:defRPr sz="1400" b="1" kern="1200" cap="all" spc="180" baseline="0">
          <a:solidFill>
            <a:schemeClr val="accent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b="1" kern="1200">
          <a:solidFill>
            <a:srgbClr val="990000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1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A44E20-FC1F-B58B-F256-050DF9BE7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Photon Breast Tissue Expanders Contouring and HU Overrides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02FB05C-DD6E-7930-62AF-4F0317DF6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1800" dirty="0">
              <a:solidFill>
                <a:schemeClr val="accent3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A8AB653-73E8-05CF-EE6A-C97CDC39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F5EA-0245-4F9D-909C-98F3DC4013B2}" type="datetime1">
              <a:rPr lang="en-US" smtClean="0"/>
              <a:t>8/5/2025</a:t>
            </a:fld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D2E7713-95D1-EF3A-14F4-0A419A859B0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F78AF4E-5FB1-4DB5-DBA3-3A562EA14B8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0000" y="5568027"/>
            <a:ext cx="5194300" cy="180000"/>
          </a:xfrm>
        </p:spPr>
        <p:txBody>
          <a:bodyPr/>
          <a:lstStyle/>
          <a:p>
            <a:r>
              <a:rPr lang="en-GB" sz="1300" dirty="0"/>
              <a:t>Emily Hubley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D395941-E43C-35C8-71FA-F7C471043B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20000" y="5804922"/>
            <a:ext cx="5194300" cy="180000"/>
          </a:xfrm>
        </p:spPr>
        <p:txBody>
          <a:bodyPr/>
          <a:lstStyle/>
          <a:p>
            <a:r>
              <a:rPr lang="en-GB" sz="1300" dirty="0"/>
              <a:t>Work by Erika Bilokon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0524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4E1329-D956-8FA8-546B-65F895B1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2070000"/>
            <a:ext cx="10282297" cy="4068000"/>
          </a:xfrm>
        </p:spPr>
        <p:txBody>
          <a:bodyPr/>
          <a:lstStyle/>
          <a:p>
            <a:r>
              <a:rPr lang="en-US" sz="7200" dirty="0"/>
              <a:t>Common Expanders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2D975-AC90-D0F0-82A7-8237F7E8A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CA3E-995C-4E9F-80E0-921E49356626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7DF19-C31B-9432-1F3B-84F3892F8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370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95CD-E875-6DF2-2D04-3873F996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General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0AEA54-B935-D160-467A-E8994E9C3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713598"/>
            <a:ext cx="11167200" cy="4424400"/>
          </a:xfrm>
        </p:spPr>
        <p:txBody>
          <a:bodyPr/>
          <a:lstStyle/>
          <a:p>
            <a:r>
              <a:rPr lang="en-US" dirty="0"/>
              <a:t>Expander is filled with saline</a:t>
            </a:r>
          </a:p>
          <a:p>
            <a:r>
              <a:rPr lang="en-US" dirty="0"/>
              <a:t>There is an injection port which consists of two parts:</a:t>
            </a:r>
          </a:p>
          <a:p>
            <a:pPr lvl="1"/>
            <a:r>
              <a:rPr lang="en-US" dirty="0"/>
              <a:t>Very high Z magnet – this allows the surgeon to locate the injection port to inject saline</a:t>
            </a:r>
          </a:p>
          <a:p>
            <a:pPr lvl="1"/>
            <a:r>
              <a:rPr lang="en-US" dirty="0"/>
              <a:t>Magnet is surrounded by a thin cup-shaped titanium/stainless steel needle guard to prevent accidental rupture when filling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6AE22-082D-7DF5-567A-B0B613F4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1500-96A6-41F7-A02D-4CFAEADCCBE9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1FF9B-1E6D-9A4A-4F11-67AAEF5AD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3</a:t>
            </a:fld>
            <a:endParaRPr lang="en-US" noProof="0"/>
          </a:p>
        </p:txBody>
      </p:sp>
      <p:pic>
        <p:nvPicPr>
          <p:cNvPr id="1028" name="Picture 4" descr="Assessment of Temporary Radioactivation for Tissue Expanders in Breast  Radiation Therapy: Preliminary Study">
            <a:extLst>
              <a:ext uri="{FF2B5EF4-FFF2-40B4-BE49-F238E27FC236}">
                <a16:creationId xmlns:a16="http://schemas.microsoft.com/office/drawing/2014/main" id="{B24E452F-DB58-9C7C-ADB4-03E66F173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974" y="3770198"/>
            <a:ext cx="8672052" cy="274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21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0AA97-5CD5-E76F-7EA8-214D3BA6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Allergan </a:t>
            </a:r>
            <a:r>
              <a:rPr lang="en-US" dirty="0" err="1"/>
              <a:t>Natrelle</a:t>
            </a:r>
            <a:r>
              <a:rPr lang="en-US" dirty="0"/>
              <a:t> 133s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0B05C-038B-6DCC-C930-3373F86AC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9258B-E685-71F8-F960-7B3D07C9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1500-96A6-41F7-A02D-4CFAEADCCBE9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5D06A-BCEA-E943-D597-67F57E2607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91196C-E18E-CEFC-159D-E782D5271C25}"/>
              </a:ext>
            </a:extLst>
          </p:cNvPr>
          <p:cNvSpPr txBox="1"/>
          <p:nvPr/>
        </p:nvSpPr>
        <p:spPr>
          <a:xfrm>
            <a:off x="2402541" y="62501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https://pmc.ncbi.nlm.nih.gov/articles/PMC5978546/</a:t>
            </a:r>
          </a:p>
        </p:txBody>
      </p:sp>
      <p:pic>
        <p:nvPicPr>
          <p:cNvPr id="3074" name="Picture 2" descr="Figure 1">
            <a:extLst>
              <a:ext uri="{FF2B5EF4-FFF2-40B4-BE49-F238E27FC236}">
                <a16:creationId xmlns:a16="http://schemas.microsoft.com/office/drawing/2014/main" id="{1E44A9CF-9AC0-DABF-F52F-E2A978B13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15" y="1816532"/>
            <a:ext cx="4059050" cy="3641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igure 6">
            <a:extLst>
              <a:ext uri="{FF2B5EF4-FFF2-40B4-BE49-F238E27FC236}">
                <a16:creationId xmlns:a16="http://schemas.microsoft.com/office/drawing/2014/main" id="{A7372279-8368-7A2C-11F0-D828832BC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212" y="1530100"/>
            <a:ext cx="7356941" cy="379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06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F543B5A-35BB-5BAA-29DC-1CFEB867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Mentor CPX4 and </a:t>
            </a:r>
            <a:r>
              <a:rPr lang="en-US" dirty="0" err="1"/>
              <a:t>Artoura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9D1929-E995-8FB2-DF35-E1570ED91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Artoura</a:t>
            </a:r>
            <a:r>
              <a:rPr lang="en-US" dirty="0"/>
              <a:t> and CPX4 Smooth and SILTEX expanders all use the same port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9871-67B9-0488-2240-9859DF7D9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6ED-18FC-4351-A9FE-025C0FB09528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13D26-4A5A-A4E6-BC3A-77BF86120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9E16EF-4F23-142B-B569-77C1C8B96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045" y="2318472"/>
            <a:ext cx="5048955" cy="43725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38728B-8950-676B-0645-32DF75634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84" y="3045355"/>
            <a:ext cx="6062161" cy="29188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547CEF-624B-B12D-5BCE-E6410DF18D92}"/>
              </a:ext>
            </a:extLst>
          </p:cNvPr>
          <p:cNvSpPr txBox="1"/>
          <p:nvPr/>
        </p:nvSpPr>
        <p:spPr>
          <a:xfrm>
            <a:off x="2390513" y="6511747"/>
            <a:ext cx="40186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accent1"/>
                </a:solidFill>
                <a:latin typeface="+mj-lt"/>
              </a:rPr>
              <a:t>I got this info from Mentor Medical Affairs August 2024</a:t>
            </a:r>
          </a:p>
        </p:txBody>
      </p:sp>
    </p:spTree>
    <p:extLst>
      <p:ext uri="{BB962C8B-B14F-4D97-AF65-F5344CB8AC3E}">
        <p14:creationId xmlns:p14="http://schemas.microsoft.com/office/powerpoint/2010/main" val="392102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C5F0-B69E-2E6C-2855-F9CE3C87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Sientra</a:t>
            </a:r>
            <a:r>
              <a:rPr lang="en-US" dirty="0"/>
              <a:t> </a:t>
            </a:r>
            <a:r>
              <a:rPr lang="en-US" dirty="0" err="1"/>
              <a:t>Allo</a:t>
            </a:r>
            <a:r>
              <a:rPr lang="en-US" dirty="0"/>
              <a:t> X2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9B14E-8047-8FA7-52D7-0816B2CDD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713598"/>
            <a:ext cx="5897110" cy="4424400"/>
          </a:xfrm>
        </p:spPr>
        <p:txBody>
          <a:bodyPr/>
          <a:lstStyle/>
          <a:p>
            <a:r>
              <a:rPr lang="en-US" dirty="0"/>
              <a:t>Easier to identify because they have two ports/magnets</a:t>
            </a:r>
          </a:p>
          <a:p>
            <a:pPr lvl="1"/>
            <a:r>
              <a:rPr lang="en-US" dirty="0"/>
              <a:t>One port for filling</a:t>
            </a:r>
          </a:p>
          <a:p>
            <a:pPr lvl="1"/>
            <a:r>
              <a:rPr lang="en-US" dirty="0"/>
              <a:t>One port is connected to a drain inferiorly and can be used to drain fluid from the surgical cavity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86041-0A02-052B-1899-E70ED303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1500-96A6-41F7-A02D-4CFAEADCCBE9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97AEB-A0FB-D50F-C40D-F068E873BE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6</a:t>
            </a:fld>
            <a:endParaRPr lang="en-US" noProof="0"/>
          </a:p>
        </p:txBody>
      </p:sp>
      <p:pic>
        <p:nvPicPr>
          <p:cNvPr id="2050" name="Picture 2" descr="the Sientra alloX2 DP tissue expander. | Download Scientific Diagram">
            <a:extLst>
              <a:ext uri="{FF2B5EF4-FFF2-40B4-BE49-F238E27FC236}">
                <a16:creationId xmlns:a16="http://schemas.microsoft.com/office/drawing/2014/main" id="{AB83F146-BC2C-E2CA-1C04-7A579EED7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194" y="1094166"/>
            <a:ext cx="4995134" cy="451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648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C5F0-B69E-2E6C-2855-F9CE3C87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Sientra</a:t>
            </a:r>
            <a:r>
              <a:rPr lang="en-US" dirty="0"/>
              <a:t> </a:t>
            </a:r>
            <a:r>
              <a:rPr lang="en-US" dirty="0" err="1"/>
              <a:t>Allo</a:t>
            </a:r>
            <a:r>
              <a:rPr lang="en-US" dirty="0"/>
              <a:t> X2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86041-0A02-052B-1899-E70ED303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1500-96A6-41F7-A02D-4CFAEADCCBE9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97AEB-A0FB-D50F-C40D-F068E873BE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7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EEE056-52B6-EF9C-05C5-1CADCC699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882" y="1173600"/>
            <a:ext cx="8830235" cy="505775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A3FEA09-9336-9DDA-1C6A-F70C810581D5}"/>
              </a:ext>
            </a:extLst>
          </p:cNvPr>
          <p:cNvSpPr/>
          <p:nvPr/>
        </p:nvSpPr>
        <p:spPr>
          <a:xfrm>
            <a:off x="1272988" y="2743200"/>
            <a:ext cx="9932894" cy="1873624"/>
          </a:xfrm>
          <a:prstGeom prst="roundRect">
            <a:avLst/>
          </a:prstGeom>
          <a:noFill/>
          <a:ln w="38100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8E5CB-6DED-54AE-EA4D-88C3F7597638}"/>
              </a:ext>
            </a:extLst>
          </p:cNvPr>
          <p:cNvSpPr txBox="1"/>
          <p:nvPr/>
        </p:nvSpPr>
        <p:spPr>
          <a:xfrm>
            <a:off x="4254338" y="64348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j-lt"/>
              </a:rPr>
              <a:t>https://pmc.ncbi.nlm.nih.gov/articles/PMC10151677/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2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4E1329-D956-8FA8-546B-65F895B1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2070000"/>
            <a:ext cx="10282297" cy="4068000"/>
          </a:xfrm>
        </p:spPr>
        <p:txBody>
          <a:bodyPr/>
          <a:lstStyle/>
          <a:p>
            <a:r>
              <a:rPr lang="en-US" sz="7200" dirty="0"/>
              <a:t>Contouring and Overrides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2D975-AC90-D0F0-82A7-8237F7E8A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CA3E-995C-4E9F-80E0-921E49356626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7DF19-C31B-9432-1F3B-84F3892F8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71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239A99-05E8-82CE-9BD7-F0B9AFE5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F150DE-0F1C-007D-3E26-E30DEB415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31A72-5171-60CF-4C0E-F94DC17B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6ED-18FC-4351-A9FE-025C0FB09528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3AFCF-4DF1-C7E7-D419-0A8322C4A0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72F743-26C9-1363-F843-F2D96FC36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20" y="523469"/>
            <a:ext cx="8125959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3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239A99-05E8-82CE-9BD7-F0B9AFE5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F150DE-0F1C-007D-3E26-E30DEB415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31A72-5171-60CF-4C0E-F94DC17B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6ED-18FC-4351-A9FE-025C0FB09528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3AFCF-4DF1-C7E7-D419-0A8322C4A0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660431-16A1-D840-7890-C881407C7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20" y="532996"/>
            <a:ext cx="8125959" cy="579200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9A3CC4-72B5-8B65-4C0F-9B9E5256D3A6}"/>
              </a:ext>
            </a:extLst>
          </p:cNvPr>
          <p:cNvSpPr/>
          <p:nvPr/>
        </p:nvSpPr>
        <p:spPr>
          <a:xfrm>
            <a:off x="276737" y="277163"/>
            <a:ext cx="4123764" cy="364863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600" b="1" dirty="0">
                <a:latin typeface="+mj-lt"/>
              </a:rPr>
              <a:t>Contour the Magnet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Dimensions should roughly match the actual magnet dimensions - table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Override the HU – per table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The saturated volume will be much larger than the actual magnet. Contour just the magnet and not the entire saturated volume.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13C467-DDD4-42BD-C7B9-73F7816BE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16" y="3925798"/>
            <a:ext cx="3632583" cy="283189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250902-A014-ADC5-1B43-B3C7E94930C8}"/>
              </a:ext>
            </a:extLst>
          </p:cNvPr>
          <p:cNvSpPr/>
          <p:nvPr/>
        </p:nvSpPr>
        <p:spPr>
          <a:xfrm>
            <a:off x="917139" y="5746463"/>
            <a:ext cx="753480" cy="506000"/>
          </a:xfrm>
          <a:prstGeom prst="roundRect">
            <a:avLst/>
          </a:prstGeom>
          <a:noFill/>
          <a:ln w="38100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07D422-5CDF-0F37-1CCC-2DC1090B6529}"/>
              </a:ext>
            </a:extLst>
          </p:cNvPr>
          <p:cNvSpPr/>
          <p:nvPr/>
        </p:nvSpPr>
        <p:spPr>
          <a:xfrm>
            <a:off x="202765" y="4769835"/>
            <a:ext cx="753480" cy="506000"/>
          </a:xfrm>
          <a:prstGeom prst="roundRect">
            <a:avLst/>
          </a:prstGeom>
          <a:noFill/>
          <a:ln w="38100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6986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9C0A3-0EE3-749B-ED9A-42CD2B345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78E6F-25A6-405C-1909-599714D56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69C22-BC09-28E8-A3B8-9E9AB015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1500-96A6-41F7-A02D-4CFAEADCCBE9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4F55A-4821-7F52-85BC-454BEAD62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11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45502B-4191-4CF0-760C-42EDB12CA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513943"/>
            <a:ext cx="8116433" cy="583011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325139-AEB4-8771-C8C3-A77C408DEE1D}"/>
              </a:ext>
            </a:extLst>
          </p:cNvPr>
          <p:cNvSpPr/>
          <p:nvPr/>
        </p:nvSpPr>
        <p:spPr>
          <a:xfrm>
            <a:off x="197224" y="923365"/>
            <a:ext cx="4123764" cy="19812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600" b="1" dirty="0">
                <a:latin typeface="+mj-lt"/>
              </a:rPr>
              <a:t>Contour the Needle Guard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Use a narrow brush</a:t>
            </a:r>
          </a:p>
          <a:p>
            <a:pPr algn="ctr"/>
            <a:r>
              <a:rPr lang="en-US" sz="1600" dirty="0">
                <a:latin typeface="+mj-lt"/>
              </a:rPr>
              <a:t>Do not override HU (the needle guard is too thin to accurately contour)</a:t>
            </a:r>
          </a:p>
        </p:txBody>
      </p:sp>
    </p:spTree>
    <p:extLst>
      <p:ext uri="{BB962C8B-B14F-4D97-AF65-F5344CB8AC3E}">
        <p14:creationId xmlns:p14="http://schemas.microsoft.com/office/powerpoint/2010/main" val="2628830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239A99-05E8-82CE-9BD7-F0B9AFE5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F150DE-0F1C-007D-3E26-E30DEB415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31A72-5171-60CF-4C0E-F94DC17B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6ED-18FC-4351-A9FE-025C0FB09528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3AFCF-4DF1-C7E7-D419-0A8322C4A0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25D6D4-74CF-DF72-93DA-8A63AEE33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509180"/>
            <a:ext cx="8116433" cy="583964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3EC519-ADEF-B41A-B912-FF0C1E05B535}"/>
              </a:ext>
            </a:extLst>
          </p:cNvPr>
          <p:cNvSpPr/>
          <p:nvPr/>
        </p:nvSpPr>
        <p:spPr>
          <a:xfrm>
            <a:off x="197224" y="923365"/>
            <a:ext cx="4123764" cy="302110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600" b="1" dirty="0">
                <a:latin typeface="+mj-lt"/>
              </a:rPr>
              <a:t>Contour the Saline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Contour any artifacts (most importantly the very high HU artifact in front of and behind the magnet)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Use Boolean tool to remove the magnet and needle guard contours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Override to water (0 HU)</a:t>
            </a:r>
          </a:p>
        </p:txBody>
      </p:sp>
    </p:spTree>
    <p:extLst>
      <p:ext uri="{BB962C8B-B14F-4D97-AF65-F5344CB8AC3E}">
        <p14:creationId xmlns:p14="http://schemas.microsoft.com/office/powerpoint/2010/main" val="1264290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3A4027-F748-8011-2605-A61B487F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Magnet/Needle Guard Dimensions and Densities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73AEE-9EBF-06AF-3816-4D41C2D3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6ED-18FC-4351-A9FE-025C0FB09528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0A19-D090-2064-EF40-F9148719CD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13</a:t>
            </a:fld>
            <a:endParaRPr lang="en-GB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217A4A-8966-461D-4BFC-FD5E77FC5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8571"/>
              </p:ext>
            </p:extLst>
          </p:nvPr>
        </p:nvGraphicFramePr>
        <p:xfrm>
          <a:off x="556792" y="1592896"/>
          <a:ext cx="11078415" cy="437503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368271">
                  <a:extLst>
                    <a:ext uri="{9D8B030D-6E8A-4147-A177-3AD203B41FA5}">
                      <a16:colId xmlns:a16="http://schemas.microsoft.com/office/drawing/2014/main" val="2738710240"/>
                    </a:ext>
                  </a:extLst>
                </a:gridCol>
                <a:gridCol w="920658">
                  <a:extLst>
                    <a:ext uri="{9D8B030D-6E8A-4147-A177-3AD203B41FA5}">
                      <a16:colId xmlns:a16="http://schemas.microsoft.com/office/drawing/2014/main" val="3697547846"/>
                    </a:ext>
                  </a:extLst>
                </a:gridCol>
                <a:gridCol w="2472043">
                  <a:extLst>
                    <a:ext uri="{9D8B030D-6E8A-4147-A177-3AD203B41FA5}">
                      <a16:colId xmlns:a16="http://schemas.microsoft.com/office/drawing/2014/main" val="4040663582"/>
                    </a:ext>
                  </a:extLst>
                </a:gridCol>
                <a:gridCol w="2197371">
                  <a:extLst>
                    <a:ext uri="{9D8B030D-6E8A-4147-A177-3AD203B41FA5}">
                      <a16:colId xmlns:a16="http://schemas.microsoft.com/office/drawing/2014/main" val="2561765240"/>
                    </a:ext>
                  </a:extLst>
                </a:gridCol>
                <a:gridCol w="2256394">
                  <a:extLst>
                    <a:ext uri="{9D8B030D-6E8A-4147-A177-3AD203B41FA5}">
                      <a16:colId xmlns:a16="http://schemas.microsoft.com/office/drawing/2014/main" val="708472790"/>
                    </a:ext>
                  </a:extLst>
                </a:gridCol>
                <a:gridCol w="1863678">
                  <a:extLst>
                    <a:ext uri="{9D8B030D-6E8A-4147-A177-3AD203B41FA5}">
                      <a16:colId xmlns:a16="http://schemas.microsoft.com/office/drawing/2014/main" val="1548961026"/>
                    </a:ext>
                  </a:extLst>
                </a:gridCol>
              </a:tblGrid>
              <a:tr h="6493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Expander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# of ports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Magnet Dimension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Magnet  Material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Needle guard Dimension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Needle guard Material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5477103"/>
                  </a:ext>
                </a:extLst>
              </a:tr>
              <a:tr h="11285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Mentor CPX4 and </a:t>
                      </a:r>
                      <a:r>
                        <a:rPr lang="en-US" sz="1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Artoura</a:t>
                      </a:r>
                      <a:endParaRPr lang="en-US" sz="18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Diameter = 12.7 mm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Thickness =4.8 mm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Neodymium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7.6 g/cm3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Diameter = 36.5 mm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Thickness = 0.5 mm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Stainless Steel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7056160"/>
                  </a:ext>
                </a:extLst>
              </a:tr>
              <a:tr h="12986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Allergan </a:t>
                      </a:r>
                      <a:r>
                        <a:rPr lang="en-US" sz="1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Natrelle</a:t>
                      </a:r>
                      <a:r>
                        <a:rPr lang="en-US" sz="1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133s (type II)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Diameter = 17.6 mm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Thickness = 2.5 mm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Samarium cobalt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7.5 g/cm3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Diameter = 36 mm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Thickness = 0.6 mm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Titanium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9332875"/>
                  </a:ext>
                </a:extLst>
              </a:tr>
              <a:tr h="12986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Sientra</a:t>
                      </a:r>
                      <a:r>
                        <a:rPr lang="en-US" sz="1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AlloX2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Diameter = 25.8 mm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Thickness = 2.5 mm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Neodymium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7.6 g/cm3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Diameter = 32.1 or 29.7 mm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Thickness = 3 mm or 0.3mm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Titanium 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340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97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AA4D-864D-E196-3E27-D95FE36E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HU?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29FEA-9D4B-38B3-DB9A-7348EC8CA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713598"/>
            <a:ext cx="5582477" cy="4424400"/>
          </a:xfrm>
        </p:spPr>
        <p:txBody>
          <a:bodyPr/>
          <a:lstStyle/>
          <a:p>
            <a:r>
              <a:rPr lang="en-US" dirty="0"/>
              <a:t>In the contouring workspace, right click on the magnet contour</a:t>
            </a:r>
          </a:p>
          <a:p>
            <a:pPr lvl="1"/>
            <a:r>
              <a:rPr lang="en-US" dirty="0"/>
              <a:t>Properties</a:t>
            </a:r>
          </a:p>
          <a:p>
            <a:pPr lvl="1"/>
            <a:r>
              <a:rPr lang="en-US" dirty="0"/>
              <a:t>“CT Value and Material” Tab</a:t>
            </a:r>
          </a:p>
          <a:p>
            <a:pPr lvl="1"/>
            <a:r>
              <a:rPr lang="en-US" dirty="0"/>
              <a:t>Check the “Assign CT Value” box</a:t>
            </a:r>
          </a:p>
          <a:p>
            <a:pPr lvl="1"/>
            <a:endParaRPr lang="en-US" dirty="0"/>
          </a:p>
          <a:p>
            <a:r>
              <a:rPr lang="en-US" dirty="0"/>
              <a:t>We want a mass density of 7.5 or 7.6g/cm</a:t>
            </a:r>
            <a:r>
              <a:rPr lang="en-US" baseline="30000" dirty="0"/>
              <a:t>3</a:t>
            </a:r>
          </a:p>
          <a:p>
            <a:r>
              <a:rPr lang="en-US" dirty="0"/>
              <a:t>The exact HU will depend on the CT scanner </a:t>
            </a:r>
          </a:p>
          <a:p>
            <a:pPr lvl="1"/>
            <a:r>
              <a:rPr lang="en-US" dirty="0"/>
              <a:t>Start by typing in 9600 HU and adjust until you get close to the desired mass density</a:t>
            </a:r>
          </a:p>
          <a:p>
            <a:pPr lvl="1"/>
            <a:r>
              <a:rPr lang="en-US" dirty="0"/>
              <a:t>Does not have to be exact</a:t>
            </a:r>
          </a:p>
          <a:p>
            <a:pPr lvl="1"/>
            <a:r>
              <a:rPr lang="en-US" dirty="0"/>
              <a:t>If the CT curve doesn’t go high enough, just put in the highest HU you can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8D7DC-2A88-2AEC-4FE2-458B35429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1500-96A6-41F7-A02D-4CFAEADCCBE9}" type="datetime1">
              <a:rPr lang="en-US" noProof="0" smtClean="0"/>
              <a:t>8/5/2025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040C4-4C91-E9B3-3DB0-35596E3ED9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14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C36032-93D0-ACBD-1D21-24E30BA58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67" y="1713598"/>
            <a:ext cx="5296639" cy="346758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D01EEE-30DC-122E-12CC-CDA803EF0837}"/>
              </a:ext>
            </a:extLst>
          </p:cNvPr>
          <p:cNvSpPr/>
          <p:nvPr/>
        </p:nvSpPr>
        <p:spPr>
          <a:xfrm>
            <a:off x="7727576" y="3899646"/>
            <a:ext cx="2519083" cy="268941"/>
          </a:xfrm>
          <a:prstGeom prst="roundRect">
            <a:avLst/>
          </a:prstGeom>
          <a:noFill/>
          <a:ln w="38100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9879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4E1329-D956-8FA8-546B-65F895B1D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/>
              <a:t>Example patient - AAA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8EE68-0D17-38D4-743E-76EB179CF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Kelly, Jaime 012620860</a:t>
            </a:r>
          </a:p>
          <a:p>
            <a:r>
              <a:rPr lang="en-US" dirty="0"/>
              <a:t>Structure set: EVAL override 5</a:t>
            </a:r>
          </a:p>
          <a:p>
            <a:r>
              <a:rPr lang="en-US" dirty="0"/>
              <a:t>Structures:</a:t>
            </a:r>
          </a:p>
          <a:p>
            <a:pPr lvl="1"/>
            <a:r>
              <a:rPr lang="en-US" dirty="0"/>
              <a:t>(D) magnet</a:t>
            </a:r>
          </a:p>
          <a:p>
            <a:pPr lvl="1"/>
            <a:r>
              <a:rPr lang="en-US" dirty="0"/>
              <a:t>(D) guard</a:t>
            </a:r>
          </a:p>
          <a:p>
            <a:pPr lvl="1"/>
            <a:r>
              <a:rPr lang="en-US" dirty="0"/>
              <a:t>(D) saline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2D975-AC90-D0F0-82A7-8237F7E8A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CA3E-995C-4E9F-80E0-921E49356626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7DF19-C31B-9432-1F3B-84F3892F83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986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B9349-36BB-A538-79FB-F65103D1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9BACC-5178-BD4D-E342-38C392689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6ED-18FC-4351-A9FE-025C0FB09528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9138A-E6A2-6ED7-8FED-B85D76AF57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6D7CA6-8B95-CEC0-D388-A429F3D5783D}"/>
              </a:ext>
            </a:extLst>
          </p:cNvPr>
          <p:cNvSpPr/>
          <p:nvPr/>
        </p:nvSpPr>
        <p:spPr>
          <a:xfrm>
            <a:off x="197224" y="923365"/>
            <a:ext cx="4123764" cy="422103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2800" b="1" dirty="0">
                <a:latin typeface="+mj-lt"/>
              </a:rPr>
              <a:t>For </a:t>
            </a:r>
            <a:r>
              <a:rPr lang="en-US" sz="2800" b="1" dirty="0" err="1">
                <a:latin typeface="+mj-lt"/>
              </a:rPr>
              <a:t>Acuros</a:t>
            </a:r>
            <a:r>
              <a:rPr lang="en-US" sz="2800" b="1" dirty="0">
                <a:latin typeface="+mj-lt"/>
              </a:rPr>
              <a:t> AXB: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Follow the steps above to create:</a:t>
            </a:r>
          </a:p>
          <a:p>
            <a:pPr algn="ctr"/>
            <a:r>
              <a:rPr lang="en-US" sz="1600" dirty="0">
                <a:latin typeface="+mj-lt"/>
              </a:rPr>
              <a:t>(D) Saline</a:t>
            </a:r>
          </a:p>
          <a:p>
            <a:pPr algn="ctr"/>
            <a:r>
              <a:rPr lang="en-US" sz="1600" dirty="0">
                <a:latin typeface="+mj-lt"/>
              </a:rPr>
              <a:t>(D) Magnet</a:t>
            </a:r>
          </a:p>
          <a:p>
            <a:pPr algn="ctr"/>
            <a:r>
              <a:rPr lang="en-US" sz="1600" dirty="0">
                <a:latin typeface="+mj-lt"/>
              </a:rPr>
              <a:t>(D) Needle guard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Then contour the (D) high Z as normal for </a:t>
            </a:r>
            <a:r>
              <a:rPr lang="en-US" sz="1600" dirty="0" err="1">
                <a:latin typeface="+mj-lt"/>
              </a:rPr>
              <a:t>Acuros</a:t>
            </a:r>
            <a:r>
              <a:rPr lang="en-US" sz="1600" dirty="0">
                <a:latin typeface="+mj-lt"/>
              </a:rPr>
              <a:t> plans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From the (D) high Z, subtract the magnet and the saline</a:t>
            </a:r>
          </a:p>
          <a:p>
            <a:pPr algn="ctr"/>
            <a:r>
              <a:rPr lang="en-US" sz="1600" dirty="0">
                <a:latin typeface="+mj-lt"/>
              </a:rPr>
              <a:t>This will result in any high Z voxels in the needle guard to be included in the (D) high Z structure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endParaRPr lang="en-US" sz="16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1183B3-E78E-9206-A9CC-F6116DC3D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593" y="513790"/>
            <a:ext cx="3705742" cy="4544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2CE57B-4077-ED3C-9D57-55A58B092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205" y="370894"/>
            <a:ext cx="3724795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15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69AD-E202-09F1-50D1-28D0DA70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C37C9-5D96-1EC5-EF52-11F1E31B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6ED-18FC-4351-A9FE-025C0FB09528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F29EF-45E1-1E22-0F96-7400F75F86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B9A384-4B0E-D798-BD78-8DD89D8C25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80" r="8747"/>
          <a:stretch>
            <a:fillRect/>
          </a:stretch>
        </p:blipFill>
        <p:spPr>
          <a:xfrm>
            <a:off x="1115138" y="1462698"/>
            <a:ext cx="4303058" cy="45345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1FC285-44FA-188B-709F-20862DF4F6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03" t="6726" r="20095" b="-6726"/>
          <a:stretch>
            <a:fillRect/>
          </a:stretch>
        </p:blipFill>
        <p:spPr>
          <a:xfrm>
            <a:off x="6458102" y="1462698"/>
            <a:ext cx="3767421" cy="4812596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26E541-7300-DF43-A83C-0BCE47F9E702}"/>
              </a:ext>
            </a:extLst>
          </p:cNvPr>
          <p:cNvSpPr/>
          <p:nvPr/>
        </p:nvSpPr>
        <p:spPr>
          <a:xfrm>
            <a:off x="1706960" y="1083934"/>
            <a:ext cx="3119413" cy="75752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600" dirty="0">
                <a:latin typeface="+mj-lt"/>
              </a:rPr>
              <a:t>Contour the (D) high Z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8D9247-0A03-0FA0-A33F-C7654F9D045A}"/>
              </a:ext>
            </a:extLst>
          </p:cNvPr>
          <p:cNvSpPr/>
          <p:nvPr/>
        </p:nvSpPr>
        <p:spPr>
          <a:xfrm>
            <a:off x="6773806" y="1083935"/>
            <a:ext cx="3119413" cy="75752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600" dirty="0">
                <a:latin typeface="+mj-lt"/>
              </a:rPr>
              <a:t>Subtract out the magnet and saline</a:t>
            </a:r>
          </a:p>
        </p:txBody>
      </p:sp>
    </p:spTree>
    <p:extLst>
      <p:ext uri="{BB962C8B-B14F-4D97-AF65-F5344CB8AC3E}">
        <p14:creationId xmlns:p14="http://schemas.microsoft.com/office/powerpoint/2010/main" val="754032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05F8B-68E4-CC2B-C23C-259260FCE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F47E56-1B1E-DB4C-E934-286C0CE15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20000"/>
            <a:ext cx="11013079" cy="907200"/>
          </a:xfrm>
        </p:spPr>
        <p:txBody>
          <a:bodyPr/>
          <a:lstStyle/>
          <a:p>
            <a:r>
              <a:rPr lang="en-US" sz="7200" dirty="0"/>
              <a:t>Example patient – </a:t>
            </a:r>
            <a:r>
              <a:rPr lang="en-US" sz="7200" dirty="0" err="1"/>
              <a:t>Acuros</a:t>
            </a:r>
            <a:r>
              <a:rPr lang="en-US" sz="7200" dirty="0"/>
              <a:t> AXB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C9402-7890-3DE0-1263-FDF37143A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Peopples</a:t>
            </a:r>
            <a:r>
              <a:rPr lang="en-US" dirty="0"/>
              <a:t>, Sheila 04258174</a:t>
            </a:r>
          </a:p>
          <a:p>
            <a:r>
              <a:rPr lang="en-US" dirty="0"/>
              <a:t>Structure set: CT_071625DIBH</a:t>
            </a:r>
          </a:p>
          <a:p>
            <a:r>
              <a:rPr lang="en-US" dirty="0"/>
              <a:t>Structures:</a:t>
            </a:r>
          </a:p>
          <a:p>
            <a:pPr lvl="1"/>
            <a:r>
              <a:rPr lang="en-US" dirty="0"/>
              <a:t>(D) magnet</a:t>
            </a:r>
          </a:p>
          <a:p>
            <a:pPr lvl="1"/>
            <a:r>
              <a:rPr lang="en-US" dirty="0"/>
              <a:t>(D) guard</a:t>
            </a:r>
          </a:p>
          <a:p>
            <a:pPr lvl="1"/>
            <a:r>
              <a:rPr lang="en-US" dirty="0"/>
              <a:t>(D) saline</a:t>
            </a:r>
          </a:p>
          <a:p>
            <a:pPr lvl="1"/>
            <a:r>
              <a:rPr lang="en-US" dirty="0"/>
              <a:t>(D) high Z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47C01-FB5E-A229-C2F1-8F97D4E2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CA3E-995C-4E9F-80E0-921E49356626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4A005C-B025-B55B-FE57-AF8910413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432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4E1329-D956-8FA8-546B-65F895B1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2070000"/>
            <a:ext cx="10282297" cy="4068000"/>
          </a:xfrm>
        </p:spPr>
        <p:txBody>
          <a:bodyPr/>
          <a:lstStyle/>
          <a:p>
            <a:r>
              <a:rPr lang="en-US" sz="7200" dirty="0"/>
              <a:t>Finding out which expander?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2D975-AC90-D0F0-82A7-8237F7E8A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CA3E-995C-4E9F-80E0-921E49356626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7DF19-C31B-9432-1F3B-84F3892F8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31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00D43-F3D4-9300-D926-0AFB3F98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6ED-18FC-4351-A9FE-025C0FB09528}" type="datetime1">
              <a:rPr lang="en-US" smtClean="0"/>
              <a:t>8/5/2025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C507B-F676-2C04-F690-3A6EE2D6CA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20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159E1E-EF2F-9AC4-BB07-71416D517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82" y="124768"/>
            <a:ext cx="10192248" cy="660846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534D76E-73FF-7B2C-8BB1-22FA31D12955}"/>
              </a:ext>
            </a:extLst>
          </p:cNvPr>
          <p:cNvSpPr/>
          <p:nvPr/>
        </p:nvSpPr>
        <p:spPr>
          <a:xfrm>
            <a:off x="4580964" y="959224"/>
            <a:ext cx="4580965" cy="359484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72000" tIns="36000" rIns="72000" bIns="36000" rtlCol="0" anchor="ctr"/>
          <a:lstStyle/>
          <a:p>
            <a:r>
              <a:rPr lang="en-US" sz="1600" dirty="0">
                <a:latin typeface="+mj-lt"/>
              </a:rPr>
              <a:t>Open the patient’s chart in EPIC: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Option 1:</a:t>
            </a:r>
          </a:p>
          <a:p>
            <a:r>
              <a:rPr lang="en-US" sz="1600" dirty="0">
                <a:latin typeface="+mj-lt"/>
              </a:rPr>
              <a:t>Click this tab here:</a:t>
            </a:r>
          </a:p>
          <a:p>
            <a:r>
              <a:rPr lang="en-US" sz="1600" dirty="0">
                <a:latin typeface="+mj-lt"/>
              </a:rPr>
              <a:t>Scroll down to “Implants” section.</a:t>
            </a:r>
          </a:p>
          <a:p>
            <a:r>
              <a:rPr lang="en-US" sz="1600" dirty="0">
                <a:latin typeface="+mj-lt"/>
              </a:rPr>
              <a:t>Sometimes it will be listed here.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Option 2:</a:t>
            </a:r>
          </a:p>
          <a:p>
            <a:r>
              <a:rPr lang="en-US" sz="1600" dirty="0">
                <a:latin typeface="+mj-lt"/>
              </a:rPr>
              <a:t>In the search bar at the top, search for any of the Expander models or brands: “mentor” “CPX4” “</a:t>
            </a:r>
            <a:r>
              <a:rPr lang="en-US" sz="1600" dirty="0" err="1">
                <a:latin typeface="+mj-lt"/>
              </a:rPr>
              <a:t>Artoura</a:t>
            </a:r>
            <a:r>
              <a:rPr lang="en-US" sz="1600" dirty="0">
                <a:latin typeface="+mj-lt"/>
              </a:rPr>
              <a:t>” “</a:t>
            </a:r>
            <a:r>
              <a:rPr lang="en-US" sz="1600" dirty="0" err="1">
                <a:latin typeface="+mj-lt"/>
              </a:rPr>
              <a:t>allergan</a:t>
            </a:r>
            <a:r>
              <a:rPr lang="en-US" sz="1600" dirty="0">
                <a:latin typeface="+mj-lt"/>
              </a:rPr>
              <a:t>” “</a:t>
            </a:r>
            <a:r>
              <a:rPr lang="en-US" sz="1600" dirty="0" err="1">
                <a:latin typeface="+mj-lt"/>
              </a:rPr>
              <a:t>Natrelle</a:t>
            </a:r>
            <a:r>
              <a:rPr lang="en-US" sz="1600" dirty="0">
                <a:latin typeface="+mj-lt"/>
              </a:rPr>
              <a:t>” or “</a:t>
            </a:r>
            <a:r>
              <a:rPr lang="en-US" sz="1600" dirty="0" err="1">
                <a:latin typeface="+mj-lt"/>
              </a:rPr>
              <a:t>Sientra</a:t>
            </a:r>
            <a:r>
              <a:rPr lang="en-US" sz="1600" dirty="0">
                <a:latin typeface="+mj-lt"/>
              </a:rPr>
              <a:t>” “</a:t>
            </a:r>
            <a:r>
              <a:rPr lang="en-US" sz="1600" dirty="0" err="1">
                <a:latin typeface="+mj-lt"/>
              </a:rPr>
              <a:t>Allo</a:t>
            </a:r>
            <a:r>
              <a:rPr lang="en-US" sz="1600" dirty="0">
                <a:latin typeface="+mj-lt"/>
              </a:rPr>
              <a:t> X2”</a:t>
            </a:r>
          </a:p>
          <a:p>
            <a:r>
              <a:rPr lang="en-US" sz="1600" dirty="0">
                <a:latin typeface="+mj-lt"/>
              </a:rPr>
              <a:t>Sometimes it will find the expanders in the surgeons Op note</a:t>
            </a:r>
          </a:p>
          <a:p>
            <a:endParaRPr lang="en-US" sz="1600" dirty="0" err="1">
              <a:latin typeface="+mj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E889BD-D73D-064B-BC38-B10A63015E21}"/>
              </a:ext>
            </a:extLst>
          </p:cNvPr>
          <p:cNvSpPr/>
          <p:nvPr/>
        </p:nvSpPr>
        <p:spPr>
          <a:xfrm>
            <a:off x="2805953" y="1721224"/>
            <a:ext cx="806823" cy="502023"/>
          </a:xfrm>
          <a:prstGeom prst="roundRect">
            <a:avLst/>
          </a:prstGeom>
          <a:noFill/>
          <a:ln w="28575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A523D3E-FAEA-5057-0AC7-CFB7D1068AD5}"/>
              </a:ext>
            </a:extLst>
          </p:cNvPr>
          <p:cNvSpPr/>
          <p:nvPr/>
        </p:nvSpPr>
        <p:spPr>
          <a:xfrm>
            <a:off x="7521388" y="124769"/>
            <a:ext cx="3352800" cy="404150"/>
          </a:xfrm>
          <a:prstGeom prst="roundRect">
            <a:avLst/>
          </a:prstGeom>
          <a:noFill/>
          <a:ln w="28575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600" dirty="0">
                <a:latin typeface="+mj-lt"/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B11EFB-7BD5-CDC3-C3B1-C386E25ECB64}"/>
              </a:ext>
            </a:extLst>
          </p:cNvPr>
          <p:cNvCxnSpPr/>
          <p:nvPr/>
        </p:nvCxnSpPr>
        <p:spPr>
          <a:xfrm flipH="1">
            <a:off x="3729318" y="1721224"/>
            <a:ext cx="851646" cy="98611"/>
          </a:xfrm>
          <a:prstGeom prst="straightConnector1">
            <a:avLst/>
          </a:prstGeom>
          <a:ln w="28575"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8EEE75-AF05-AE03-F001-95D89BA61D5D}"/>
              </a:ext>
            </a:extLst>
          </p:cNvPr>
          <p:cNvCxnSpPr>
            <a:cxnSpLocks/>
          </p:cNvCxnSpPr>
          <p:nvPr/>
        </p:nvCxnSpPr>
        <p:spPr>
          <a:xfrm flipV="1">
            <a:off x="7297269" y="694766"/>
            <a:ext cx="1272990" cy="2299446"/>
          </a:xfrm>
          <a:prstGeom prst="straightConnector1">
            <a:avLst/>
          </a:prstGeom>
          <a:ln w="28575"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797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68FF-2AB2-E804-F616-2B2D97851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BD187-95FE-BE3F-96A5-57692150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B3FC-96FA-4486-9DB7-B140464B9EB8}" type="datetime1">
              <a:rPr lang="en-US" noProof="0" smtClean="0"/>
              <a:t>8/5/2025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AACC4-9544-CC63-1FB4-EB5A92A7D1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21</a:t>
            </a:fld>
            <a:endParaRPr lang="en-US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578242-69B0-2A79-4825-477BACE38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41" y="599829"/>
            <a:ext cx="10898121" cy="583964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8BE07A-F9BF-9127-B870-64A78F9A5C75}"/>
              </a:ext>
            </a:extLst>
          </p:cNvPr>
          <p:cNvSpPr/>
          <p:nvPr/>
        </p:nvSpPr>
        <p:spPr>
          <a:xfrm>
            <a:off x="2922494" y="5647765"/>
            <a:ext cx="5253318" cy="791704"/>
          </a:xfrm>
          <a:prstGeom prst="roundRect">
            <a:avLst/>
          </a:prstGeom>
          <a:noFill/>
          <a:ln w="28575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600" dirty="0">
                <a:latin typeface="+mj-lt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712319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8A0F0-973D-DF40-893B-7E79CDC6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A0F365-19E5-4ACF-9384-2EFDD6C3FDF3}" type="datetime1">
              <a:rPr lang="en-US" smtClean="0"/>
              <a:t>8/5/2025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14FF7-8CF4-474E-BE16-8C37F288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00F76-A9D2-234B-AF7A-A63A510089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573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CUSTMASTERTOPMARGIN" val="134.9291"/>
  <p:tag name="GUIDESAPPLIEDTO" val="2"/>
  <p:tag name="TITLETOPMARGIN" val="56.6929"/>
  <p:tag name="TITLEBOTTOMMARGIN" val="128.126"/>
  <p:tag name="MAXCOLS" val="12"/>
  <p:tag name="MAXROWS" val="6"/>
  <p:tag name="MAXGUTTERROW" val="1 cm"/>
  <p:tag name="MAXGUTTERCOL" val="1 cm"/>
  <p:tag name="GUIDEMETRICUNIT" val="cm"/>
  <p:tag name="MASTERLEFTMARGIN" val="56.6929"/>
  <p:tag name="MASTERBOTTOMMARGIN" val="56.693"/>
  <p:tag name="MASTERRIGHTMARGIN" val="56.6929"/>
  <p:tag name="CUSTMASTERLEFTMARGIN" val="56.6929"/>
  <p:tag name="CUSTMASTERBOTTOMMARGIN" val="56.693"/>
  <p:tag name="CUSTMASTERRIGHTMARGIN" val="56.69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TITLESHAP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MEASURMENT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APPLIEDTO" val="2"/>
  <p:tag name="GUIDEROWS" val="1"/>
  <p:tag name="MASTERTOPMARGIN" val="134.9291"/>
  <p:tag name="GUIDECOLS" val="12"/>
  <p:tag name="GUTTERCOL" val="1 cm"/>
  <p:tag name="GUTTERROW" val="1 cm"/>
  <p:tag name="MASTERLEFTMARGIN" val="56.6929"/>
  <p:tag name="MASTERRIGHTMARGIN" val="56.6929"/>
  <p:tag name="MASTERBOTTOMMARGIN" val="56.69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GUIDECOLS" val="12"/>
  <p:tag name="GUIDEROWS" val="1"/>
  <p:tag name="GUTTERCOL" val="1 cm"/>
  <p:tag name="GUTTERROW" val="1 cm"/>
  <p:tag name="GUIDESAPPLIEDTO" val="2"/>
  <p:tag name="MASTERBOTTOMMARGIN" val="56.69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COLS" val="12"/>
  <p:tag name="GUIDEROWS" val="1"/>
  <p:tag name="GUTTERCOL" val="1 cm"/>
  <p:tag name="GUTTERROW" val="1 cm"/>
  <p:tag name="GUIDESAPPLIEDTO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COLS" val="12"/>
  <p:tag name="GUIDEROWS" val="1"/>
  <p:tag name="GUTTERCOL" val="1 cm"/>
  <p:tag name="GUTTERROW" val="1 cm"/>
  <p:tag name="GUIDESAPPLIEDTO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TTERCOL" val="1 cm"/>
  <p:tag name="GUTTERROW" val="1 cm"/>
  <p:tag name="GUIDESAPPLIEDTO" val="2"/>
  <p:tag name="GUIDEROWS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TTERCOL" val="1 cm"/>
  <p:tag name="GUTTERROW" val="1 cm"/>
  <p:tag name="GUIDESAPPLIEDTO" val="2"/>
  <p:tag name="GUIDEROWS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TTERCOL" val="1 cm"/>
  <p:tag name="GUTTERROW" val="1 cm"/>
  <p:tag name="GUIDESAPPLIEDTO" val="2"/>
  <p:tag name="GUIDEROWS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heme/theme1.xml><?xml version="1.0" encoding="utf-8"?>
<a:theme xmlns:a="http://schemas.openxmlformats.org/drawingml/2006/main" name="Office Theme">
  <a:themeElements>
    <a:clrScheme name="_Penn Medicines">
      <a:dk1>
        <a:srgbClr val="000000"/>
      </a:dk1>
      <a:lt1>
        <a:srgbClr val="FFFFFF"/>
      </a:lt1>
      <a:dk2>
        <a:srgbClr val="001D5B"/>
      </a:dk2>
      <a:lt2>
        <a:srgbClr val="FFFFFF"/>
      </a:lt2>
      <a:accent1>
        <a:srgbClr val="011F5B"/>
      </a:accent1>
      <a:accent2>
        <a:srgbClr val="085296"/>
      </a:accent2>
      <a:accent3>
        <a:srgbClr val="3C86C3"/>
      </a:accent3>
      <a:accent4>
        <a:srgbClr val="6B6C6E"/>
      </a:accent4>
      <a:accent5>
        <a:srgbClr val="C8CAC9"/>
      </a:accent5>
      <a:accent6>
        <a:srgbClr val="EAEAEA"/>
      </a:accent6>
      <a:hlink>
        <a:srgbClr val="3C86C3"/>
      </a:hlink>
      <a:folHlink>
        <a:srgbClr val="C9CBC9"/>
      </a:folHlink>
    </a:clrScheme>
    <a:fontScheme name="_Penn Medicines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lIns="72000" tIns="36000" rIns="72000" bIns="36000" rtlCol="0" anchor="ctr"/>
      <a:lstStyle>
        <a:defPPr algn="ctr">
          <a:defRPr sz="1600"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600" dirty="0" err="1" smtClean="0">
            <a:solidFill>
              <a:schemeClr val="accent1"/>
            </a:solidFill>
            <a:latin typeface="+mj-lt"/>
          </a:defRPr>
        </a:defPPr>
      </a:lstStyle>
    </a:txDef>
  </a:objectDefaults>
  <a:extraClrSchemeLst/>
  <a:custClrLst>
    <a:custClr name="RGB( 153, 0, 0)">
      <a:srgbClr val="990000"/>
    </a:custClr>
    <a:custClr name="RGB( 158, 195, 225)">
      <a:srgbClr val="9EC3E1"/>
    </a:custClr>
    <a:custClr name="RGB( 13, 29, 55)">
      <a:srgbClr val="0D1D37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RGB( 184, 204, 63)">
      <a:srgbClr val="B9CC3F"/>
    </a:custClr>
    <a:custClr name="RGB( 56, 155, 171)">
      <a:srgbClr val="389BAB"/>
    </a:custClr>
    <a:custClr name="RGB( 231, 121, 71)">
      <a:srgbClr val="E77947"/>
    </a:custClr>
    <a:custClr name="RGB( 96,66, 118)">
      <a:srgbClr val="604276"/>
    </a:custClr>
    <a:custClr name="RGB( 241, 186, 63)">
      <a:srgbClr val="F1BA3F"/>
    </a:custClr>
    <a:custClr name="RGB( 203, 93, 131)">
      <a:srgbClr val="CB5D83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RGB( 0, 175, 114)">
      <a:srgbClr val="00AF72"/>
    </a:custClr>
    <a:custClr name="RGB( 0, 96, 118)">
      <a:srgbClr val="006076"/>
    </a:custClr>
    <a:custClr name="RGB( 249, 165, 78)">
      <a:srgbClr val="F9A54E"/>
    </a:custClr>
    <a:custClr name="RGB( 63, 21, 84)">
      <a:srgbClr val="3F1554"/>
    </a:custClr>
    <a:custClr name="RGB( 250, 222, 91)">
      <a:srgbClr val="FADE5B"/>
    </a:custClr>
    <a:custClr name="RGB( 160, 53, 112)">
      <a:srgbClr val="A0357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Dynamic Presentation.potx" id="{E5FB424D-E745-434F-9CC1-46CC19E2E9A1}" vid="{34240860-933F-4D63-B27C-16F6D1EF1B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TemplateConfiguration><![CDATA[{"elementsMetadata":[],"transformationConfigurations":[],"enableDocumentContentUpdater":false,"version":"2.0"}]]></TemplafyTemplateConfiguration>
</file>

<file path=customXml/item2.xml><?xml version="1.0" encoding="utf-8"?>
<TemplafySlideTemplateConfiguration><![CDATA[{"slideVersion":1,"isValidatorEnabled":false,"isLocked":false,"elementsMetadata":[],"slideId":"638115498509565123","enableDocumentContentUpdater":false,"version":"2.0"}]]></TemplafySlideTemplateConfiguration>
</file>

<file path=customXml/item3.xml><?xml version="1.0" encoding="utf-8"?>
<TemplafyFormConfiguration><![CDATA[{"formFields":[],"formDataEntries":[]}]]></Templafy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1,"isValidatorEnabled":false,"isLocked":false,"elementsMetadata":[],"slideId":"638115498509540342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E08E1AA8-79EB-4246-A80D-4D5CC9ABC286}">
  <ds:schemaRefs/>
</ds:datastoreItem>
</file>

<file path=customXml/itemProps2.xml><?xml version="1.0" encoding="utf-8"?>
<ds:datastoreItem xmlns:ds="http://schemas.openxmlformats.org/officeDocument/2006/customXml" ds:itemID="{DA23AE2C-A190-4174-B097-9D9955B5C0C6}">
  <ds:schemaRefs/>
</ds:datastoreItem>
</file>

<file path=customXml/itemProps3.xml><?xml version="1.0" encoding="utf-8"?>
<ds:datastoreItem xmlns:ds="http://schemas.openxmlformats.org/officeDocument/2006/customXml" ds:itemID="{B7CA58D8-1826-4562-AF23-DF01716946CF}">
  <ds:schemaRefs/>
</ds:datastoreItem>
</file>

<file path=customXml/itemProps4.xml><?xml version="1.0" encoding="utf-8"?>
<ds:datastoreItem xmlns:ds="http://schemas.openxmlformats.org/officeDocument/2006/customXml" ds:itemID="{039BB34A-A4F8-4612-B09F-6434D861CD94}">
  <ds:schemaRefs/>
</ds:datastoreItem>
</file>

<file path=customXml/itemProps5.xml><?xml version="1.0" encoding="utf-8"?>
<ds:datastoreItem xmlns:ds="http://schemas.openxmlformats.org/officeDocument/2006/customXml" ds:itemID="{6D531150-7ABE-4F2C-AC78-16776E28B044}">
  <ds:schemaRefs/>
</ds:datastoreItem>
</file>

<file path=customXml/itemProps6.xml><?xml version="1.0" encoding="utf-8"?>
<ds:datastoreItem xmlns:ds="http://schemas.openxmlformats.org/officeDocument/2006/customXml" ds:itemID="{540EABED-0E18-4D33-B14A-E4601C21B29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10318</TotalTime>
  <Words>766</Words>
  <Application>Microsoft Office PowerPoint</Application>
  <PresentationFormat>Widescreen</PresentationFormat>
  <Paragraphs>173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Office Theme</vt:lpstr>
      <vt:lpstr>Photon Breast Tissue Expanders Contouring and HU Overrides</vt:lpstr>
      <vt:lpstr>Common Expanders</vt:lpstr>
      <vt:lpstr>In General</vt:lpstr>
      <vt:lpstr>Allergan Natrelle 133s</vt:lpstr>
      <vt:lpstr>Mentor CPX4 and Artoura</vt:lpstr>
      <vt:lpstr>Sientra Allo X2</vt:lpstr>
      <vt:lpstr>Sientra Allo X2</vt:lpstr>
      <vt:lpstr>Contouring and Overrides</vt:lpstr>
      <vt:lpstr>PowerPoint Presentation</vt:lpstr>
      <vt:lpstr>PowerPoint Presentation</vt:lpstr>
      <vt:lpstr>PowerPoint Presentation</vt:lpstr>
      <vt:lpstr>PowerPoint Presentation</vt:lpstr>
      <vt:lpstr>Magnet/Needle Guard Dimensions and Densities</vt:lpstr>
      <vt:lpstr>Which HU?</vt:lpstr>
      <vt:lpstr>Example patient - AAA</vt:lpstr>
      <vt:lpstr>PowerPoint Presentation</vt:lpstr>
      <vt:lpstr>PowerPoint Presentation</vt:lpstr>
      <vt:lpstr>Example patient – Acuros AXB</vt:lpstr>
      <vt:lpstr>Finding out which expander?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Huw Nicholls</dc:creator>
  <cp:lastModifiedBy>Martin, Andrea M</cp:lastModifiedBy>
  <cp:revision>156</cp:revision>
  <dcterms:created xsi:type="dcterms:W3CDTF">2023-01-26T18:05:12Z</dcterms:created>
  <dcterms:modified xsi:type="dcterms:W3CDTF">2025-08-05T14:35:23Z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2023-02-09T14:30:50</vt:lpwstr>
  </property>
</Properties>
</file>