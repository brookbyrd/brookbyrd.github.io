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4" r:id="rId5"/>
    <p:sldId id="266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88855" autoAdjust="0"/>
  </p:normalViewPr>
  <p:slideViewPr>
    <p:cSldViewPr snapToGrid="0">
      <p:cViewPr varScale="1">
        <p:scale>
          <a:sx n="97" d="100"/>
          <a:sy n="97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2AD74-29A4-4997-A66C-81FDCBD1CAC7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26343-CFCD-4BF8-A4D2-94F8D1FE0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27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ICRU 50</a:t>
            </a:r>
          </a:p>
          <a:p>
            <a:r>
              <a:rPr lang="en-US" dirty="0"/>
              <a:t>5mm</a:t>
            </a:r>
          </a:p>
          <a:p>
            <a:r>
              <a:rPr lang="en-US" dirty="0"/>
              <a:t>Supplement 62: add the internal margin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26343-CFCD-4BF8-A4D2-94F8D1FE04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97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11.6 khan</a:t>
            </a:r>
          </a:p>
          <a:p>
            <a:r>
              <a:rPr lang="en-US" dirty="0"/>
              <a:t>Wedge angle: angle through which an isodose curve is tilted at the central ray of a beam at a specified depth</a:t>
            </a:r>
          </a:p>
          <a:p>
            <a:pPr marL="228600" indent="-228600">
              <a:buAutoNum type="alphaUcParenR"/>
            </a:pPr>
            <a:r>
              <a:rPr lang="en-US" dirty="0"/>
              <a:t>normalized to </a:t>
            </a:r>
            <a:r>
              <a:rPr lang="en-US" dirty="0" err="1"/>
              <a:t>dmax</a:t>
            </a:r>
            <a:r>
              <a:rPr lang="en-US" dirty="0"/>
              <a:t>, B) normalized to </a:t>
            </a:r>
            <a:r>
              <a:rPr lang="en-US" dirty="0" err="1"/>
              <a:t>dmax</a:t>
            </a:r>
            <a:r>
              <a:rPr lang="en-US" dirty="0"/>
              <a:t> without the wedge, 45 degree wedge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C26343-CFCD-4BF8-A4D2-94F8D1FE04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15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hinge angle: angle between the central axes of the two beams </a:t>
            </a:r>
          </a:p>
          <a:p>
            <a:r>
              <a:rPr lang="en-US" dirty="0"/>
              <a:t>breast, eye, c-spine, 3 field pelvis</a:t>
            </a:r>
          </a:p>
          <a:p>
            <a:r>
              <a:rPr lang="en-US" dirty="0"/>
              <a:t>EDW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C26343-CFCD-4BF8-A4D2-94F8D1FE04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49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11.10 khan green version</a:t>
            </a:r>
          </a:p>
          <a:p>
            <a:pPr marL="228600" indent="-228600">
              <a:buAutoNum type="alphaUcParenR"/>
            </a:pPr>
            <a:r>
              <a:rPr lang="en-US" dirty="0"/>
              <a:t>SSD technique: 100 at </a:t>
            </a:r>
            <a:r>
              <a:rPr lang="en-US" dirty="0" err="1"/>
              <a:t>Dmax</a:t>
            </a:r>
            <a:r>
              <a:rPr lang="en-US" dirty="0"/>
              <a:t> B)</a:t>
            </a:r>
            <a:r>
              <a:rPr lang="en-US" dirty="0" err="1"/>
              <a:t>isocentric</a:t>
            </a:r>
            <a:r>
              <a:rPr lang="en-US" dirty="0"/>
              <a:t> plan, each beam weighted 100 at isocenter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26343-CFCD-4BF8-A4D2-94F8D1FE04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0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2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9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8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6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5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4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EEBB8-84EC-4E12-8CAC-81B91285E946}" type="datetimeFigureOut">
              <a:rPr lang="en-US" smtClean="0"/>
              <a:t>8/16/2024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A93A-3941-4522-8F96-E43284636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 Meeting Quiz: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ICRU and Isodose</a:t>
            </a:r>
          </a:p>
        </p:txBody>
      </p:sp>
    </p:spTree>
    <p:extLst>
      <p:ext uri="{BB962C8B-B14F-4D97-AF65-F5344CB8AC3E}">
        <p14:creationId xmlns:p14="http://schemas.microsoft.com/office/powerpoint/2010/main" val="282590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81617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Where would you find this diagram and what is it’s significance?</a:t>
            </a:r>
          </a:p>
          <a:p>
            <a:r>
              <a:rPr lang="en-US" dirty="0"/>
              <a:t>What are the regions?</a:t>
            </a:r>
          </a:p>
          <a:p>
            <a:r>
              <a:rPr lang="en-US" dirty="0"/>
              <a:t>What is a typical margin between region 2 and 3?  What factors affect this margin?</a:t>
            </a:r>
          </a:p>
          <a:p>
            <a:r>
              <a:rPr lang="en-US" dirty="0"/>
              <a:t>What changes in the supplement of this document?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439180"/>
            <a:ext cx="7410450" cy="6210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74170" y="3723503"/>
            <a:ext cx="2166551" cy="403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574170" y="4262094"/>
            <a:ext cx="2273643" cy="403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9574170" y="4701831"/>
            <a:ext cx="2405448" cy="403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9574170" y="5147831"/>
            <a:ext cx="2405448" cy="403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574170" y="5602731"/>
            <a:ext cx="2405448" cy="403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345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82" y="11896"/>
            <a:ext cx="8541236" cy="683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2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46013" cy="4351338"/>
          </a:xfrm>
        </p:spPr>
        <p:txBody>
          <a:bodyPr>
            <a:normAutofit/>
          </a:bodyPr>
          <a:lstStyle/>
          <a:p>
            <a:r>
              <a:rPr lang="en-US" dirty="0"/>
              <a:t>Define Wedge Angle</a:t>
            </a:r>
          </a:p>
          <a:p>
            <a:endParaRPr lang="en-US" dirty="0"/>
          </a:p>
          <a:p>
            <a:r>
              <a:rPr lang="en-US" dirty="0"/>
              <a:t>What is the wedge angle in the figure?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213" y="1523396"/>
            <a:ext cx="5096950" cy="311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2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46013" cy="4351338"/>
          </a:xfrm>
        </p:spPr>
        <p:txBody>
          <a:bodyPr>
            <a:normAutofit/>
          </a:bodyPr>
          <a:lstStyle/>
          <a:p>
            <a:r>
              <a:rPr lang="en-US" dirty="0"/>
              <a:t>Define Hinge Angle. What hinge angle is used in this plan?</a:t>
            </a:r>
          </a:p>
          <a:p>
            <a:endParaRPr lang="en-US" dirty="0"/>
          </a:p>
          <a:p>
            <a:r>
              <a:rPr lang="en-US" dirty="0"/>
              <a:t>What treatment sites typically use wedges? Why?</a:t>
            </a:r>
          </a:p>
          <a:p>
            <a:endParaRPr lang="en-US" dirty="0"/>
          </a:p>
          <a:p>
            <a:r>
              <a:rPr lang="en-US" dirty="0"/>
              <a:t>Explain the wedge system used at your institution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87D3BD-9E0A-974A-BD8B-8D2499BDC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881" y="1405841"/>
            <a:ext cx="3486919" cy="40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5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08373" cy="4351338"/>
          </a:xfrm>
        </p:spPr>
        <p:txBody>
          <a:bodyPr/>
          <a:lstStyle/>
          <a:p>
            <a:r>
              <a:rPr lang="en-US" dirty="0"/>
              <a:t>What is the difference between A and B?</a:t>
            </a:r>
          </a:p>
          <a:p>
            <a:endParaRPr lang="en-US" dirty="0"/>
          </a:p>
          <a:p>
            <a:r>
              <a:rPr lang="en-US" dirty="0"/>
              <a:t>What treatment sites would you use this beam arrangement?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173" y="1243785"/>
            <a:ext cx="57912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1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220</Words>
  <Application>Microsoft Office PowerPoint</Application>
  <PresentationFormat>Widescreen</PresentationFormat>
  <Paragraphs>41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Reading Meeting Quiz: </vt:lpstr>
      <vt:lpstr>Q1</vt:lpstr>
      <vt:lpstr>PowerPoint Presentation</vt:lpstr>
      <vt:lpstr>Q2</vt:lpstr>
      <vt:lpstr>Q3</vt:lpstr>
      <vt:lpstr>Q4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Meeting ¾ Quiz</dc:title>
  <dc:creator>O'Reilly, Shannon</dc:creator>
  <cp:lastModifiedBy>O'Reilly, Shannon</cp:lastModifiedBy>
  <cp:revision>11</cp:revision>
  <dcterms:created xsi:type="dcterms:W3CDTF">2019-08-22T13:18:25Z</dcterms:created>
  <dcterms:modified xsi:type="dcterms:W3CDTF">2024-08-16T16:07:46Z</dcterms:modified>
</cp:coreProperties>
</file>