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9" autoAdjust="0"/>
    <p:restoredTop sz="78473" autoAdjust="0"/>
  </p:normalViewPr>
  <p:slideViewPr>
    <p:cSldViewPr snapToGrid="0">
      <p:cViewPr varScale="1">
        <p:scale>
          <a:sx n="84" d="100"/>
          <a:sy n="84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9996C-42F7-4480-AD2F-FB918E25C95F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86DD9-92DC-4CC1-A671-C44E33698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5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728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PDD and Surface Dose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 as FS </a:t>
            </a:r>
          </a:p>
          <a:p>
            <a:pPr marL="109728" indent="0" algn="ctr">
              <a:buNone/>
            </a:pPr>
            <a:r>
              <a:rPr lang="en-US" b="1" dirty="0" err="1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D</a:t>
            </a:r>
            <a:r>
              <a:rPr lang="en-US" b="1" baseline="-25000" dirty="0" err="1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max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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  <a:sym typeface="Symbol"/>
              </a:rPr>
              <a:t>as FS </a:t>
            </a:r>
          </a:p>
          <a:p>
            <a:pPr marL="109728" indent="0" algn="ctr">
              <a:buNone/>
            </a:pPr>
            <a:r>
              <a:rPr lang="en-US" dirty="0">
                <a:solidFill>
                  <a:schemeClr val="accent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Increased scatter contribution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86DD9-92DC-4CC1-A671-C44E336989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9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solutions in white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86DD9-92DC-4CC1-A671-C44E336989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6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Collimator Scatter Factor: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Ratio of the output in air for a given field to that for ref field</a:t>
            </a:r>
          </a:p>
          <a:p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11480" lvl="1" indent="0">
              <a:buNone/>
            </a:pPr>
            <a:r>
              <a:rPr lang="en-US" sz="1600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Sufficient cross section = lateral scatter equilibrium</a:t>
            </a:r>
          </a:p>
          <a:p>
            <a:pPr marL="411480" lvl="1" indent="0">
              <a:buNone/>
            </a:pPr>
            <a:r>
              <a:rPr lang="en-US" sz="1600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Sufficient thickness = make electron contamination negligible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FS large enough to cover phantom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86DD9-92DC-4CC1-A671-C44E336989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2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9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6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1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8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1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6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1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7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7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68F3C-70DE-40C8-8EA0-BD51167346E2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737A0-2187-4525-A56B-5260B9D97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7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Dose Quantities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Physics Resident Rotation 1</a:t>
            </a:r>
          </a:p>
        </p:txBody>
      </p:sp>
    </p:spTree>
    <p:extLst>
      <p:ext uri="{BB962C8B-B14F-4D97-AF65-F5344CB8AC3E}">
        <p14:creationId xmlns:p14="http://schemas.microsoft.com/office/powerpoint/2010/main" val="114306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explain how PDD changes with FS.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419" y="1690688"/>
            <a:ext cx="6514050" cy="409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1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explain how PDD changes with Energy.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68" y="1927402"/>
            <a:ext cx="8698664" cy="473008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63853" y="2831431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61221" y="2911642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65958" y="3415547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405645" y="3800767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759243" y="4091915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96825" y="3812416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927684" y="3532917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54379" y="4981073"/>
            <a:ext cx="1892968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61857" y="2329106"/>
            <a:ext cx="1594101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 rot="-1740000">
            <a:off x="3055758" y="3159282"/>
            <a:ext cx="445340" cy="50095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4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672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</a:t>
            </a:r>
            <a:r>
              <a:rPr lang="en-US" dirty="0" err="1"/>
              <a:t>Dmax</a:t>
            </a:r>
            <a:r>
              <a:rPr lang="en-US" dirty="0"/>
              <a:t> for 6X, 10X, 15X for a photon PDD? ~1.5, 2.5, 3</a:t>
            </a:r>
          </a:p>
          <a:p>
            <a:r>
              <a:rPr lang="en-US" dirty="0"/>
              <a:t>What is the PDD at 10 cm for a 6X photon beam? 0.67</a:t>
            </a:r>
          </a:p>
          <a:p>
            <a:pPr lvl="1"/>
            <a:r>
              <a:rPr lang="en-US" dirty="0"/>
              <a:t>TMR? 0.8</a:t>
            </a:r>
          </a:p>
          <a:p>
            <a:r>
              <a:rPr lang="en-US" dirty="0"/>
              <a:t>Surface Dose for 6X photon, 18X? 30% (6X), 20% (18X)</a:t>
            </a:r>
          </a:p>
          <a:p>
            <a:r>
              <a:rPr lang="en-US" dirty="0"/>
              <a:t>Typical penumbra for 6X photon? 0.7cm</a:t>
            </a:r>
          </a:p>
          <a:p>
            <a:r>
              <a:rPr lang="en-US" dirty="0"/>
              <a:t>What are the rules of thumb for percent decrease per cm?</a:t>
            </a:r>
          </a:p>
          <a:p>
            <a:pPr lvl="1"/>
            <a:r>
              <a:rPr lang="en-US" dirty="0"/>
              <a:t>6X</a:t>
            </a:r>
          </a:p>
          <a:p>
            <a:pPr lvl="1"/>
            <a:r>
              <a:rPr lang="en-US" dirty="0"/>
              <a:t>10X</a:t>
            </a:r>
          </a:p>
          <a:p>
            <a:pPr lvl="1"/>
            <a:r>
              <a:rPr lang="en-US" dirty="0"/>
              <a:t>18X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3%/cm, 2.5%/cm, 2%/cm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3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difference between Dose and </a:t>
            </a:r>
            <a:r>
              <a:rPr lang="en-US" dirty="0" err="1"/>
              <a:t>Kerma</a:t>
            </a:r>
            <a:r>
              <a:rPr lang="en-US" dirty="0"/>
              <a:t>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503" t="17437" r="13287" b="13576"/>
          <a:stretch/>
        </p:blipFill>
        <p:spPr>
          <a:xfrm>
            <a:off x="2832410" y="1650724"/>
            <a:ext cx="6668427" cy="49611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82428" y="1625098"/>
            <a:ext cx="802105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08909" y="1825624"/>
            <a:ext cx="1387091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2428" y="3730239"/>
            <a:ext cx="732422" cy="4010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75" y="4953601"/>
            <a:ext cx="1127434" cy="7232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610225" y="4964729"/>
            <a:ext cx="1543049" cy="7232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7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explain this device and its purpose.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816" y="2244702"/>
            <a:ext cx="3182388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7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191</Words>
  <Application>Microsoft Office PowerPoint</Application>
  <PresentationFormat>Widescreen</PresentationFormat>
  <Paragraphs>29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Dose Quantities Review</vt:lpstr>
      <vt:lpstr>Please explain how PDD changes with FS.</vt:lpstr>
      <vt:lpstr>Please explain how PDD changes with Energy.</vt:lpstr>
      <vt:lpstr>Typical Values</vt:lpstr>
      <vt:lpstr>Explain the difference between Dose and Kerma. </vt:lpstr>
      <vt:lpstr>Please explain this device and its purpose.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O'Reilly, Shannon</dc:creator>
  <cp:lastModifiedBy>Byrd, Brook</cp:lastModifiedBy>
  <cp:revision>12</cp:revision>
  <dcterms:created xsi:type="dcterms:W3CDTF">2019-07-31T13:37:36Z</dcterms:created>
  <dcterms:modified xsi:type="dcterms:W3CDTF">2024-10-16T13:07:41Z</dcterms:modified>
</cp:coreProperties>
</file>