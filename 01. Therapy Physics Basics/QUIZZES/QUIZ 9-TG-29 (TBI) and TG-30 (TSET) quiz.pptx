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88"/>
  </p:normalViewPr>
  <p:slideViewPr>
    <p:cSldViewPr snapToGrid="0">
      <p:cViewPr varScale="1">
        <p:scale>
          <a:sx n="119" d="100"/>
          <a:sy n="119" d="100"/>
        </p:scale>
        <p:origin x="1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C624E5-5949-DF40-8C54-B7092CCDB970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FE4BC-455D-0345-B305-00CCD803C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109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lungs blocks; tg-29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E4BC-455D-0345-B305-00CCD803C36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045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TG-30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FE4BC-455D-0345-B305-00CCD803C36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880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655B1-D995-91B5-0C5A-0111A12C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44B90-DD33-6E4C-4F37-3DD54EED3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DBABD-9659-A97C-4CA4-D1573F19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7F938-A90E-FD88-AC58-1AD5AA77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CE8B3-9E93-311B-15B8-5EDF66A89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41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98B75-C155-B60A-F999-70333B15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B2E70-78F7-7E0F-1D9D-3F1465E19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667FF-A5F6-7A80-A6F2-3F840ADB4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DA83-5801-443B-C489-D28D09CA1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9398B1-A31A-C555-B8A7-781DB6B0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86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09CC-8100-6CF8-0832-19DFCF3B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B0AF7-7864-4645-71DD-2D186DD40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9CD66-A6D0-2DD6-19FA-0454E1337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8EF2E-D751-6CB4-D003-843BC9FB8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BFC1B-9A54-9BA7-9A2D-01BEE963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64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C847-CCE2-9EEB-A133-8144EA03C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EBD04-29C3-5B51-5C45-4750690D2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DDF69-2892-1519-0F70-8D7FF7874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49281E-BC43-C592-55E6-5A064E7F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334197-5001-2041-A157-5E504D889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4A67C8-2960-521E-1226-84FFFBD7C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34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4B9A-FADE-6ABD-DE1D-610186DBB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FE72E-7501-4136-B56E-903B410E0F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5EAAC6-5D9E-A845-5C84-EC1EC87603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91FB79-DDB4-3904-7136-33A5B84FC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C3AEBC-49B8-3A87-4DC7-D0F9E3453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1196BF-575C-3CAB-89E7-5242014E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879B24-911C-09DB-72E1-2C22E351B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CFD70E-E43A-6B81-81CD-ABA9FE6AC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73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31F10-C98A-0639-CCD0-A9A4BF303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E8B4C5-315A-800B-1983-B4F10EE3A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B0311-599F-AC2B-6FB1-E1E8F69E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2149C0-397E-0756-110E-F1332A20D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3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871C78-EDF4-FA01-FF42-A622817A1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3207D1-8144-D22B-89EE-36252219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C22D1-133B-AEB0-7C8F-6F1A4350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50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F105E-6EDF-3D30-3F7C-5CAB040BE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C9F8-4200-5928-A39F-F6F176A2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70F6F3-638E-E01C-0CDF-4EDB8B53B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C2049-DF46-E07E-6440-C821711D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1B638-202E-BA11-2B9F-2F5E6B01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02162-C6CC-DFE6-30DA-E4483AC8B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67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4698-5C44-EB04-1A02-388ED356C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5E61EE-F951-290F-7AE1-0C8AF54C3F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68E42-B81D-37EA-1206-90950F28B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F6F8B-F332-6069-DD54-1B55881EC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A006D-6165-63F4-B5C9-1393E0051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B6E9F-D0C1-374E-4173-C76CA71DA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32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8E1C-254D-ECF9-6A92-71F6F774B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CD1DDE-7A50-EE40-0EF9-7C8C44E68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D098E-B8A5-8C1E-10D6-857122846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F8A7E-A379-731D-5A00-8F59E6BE1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988E8-B6E8-B87E-30BC-49B012FC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32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FC6F2-D64F-2909-67CB-77D4C57854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8358C-A26F-9C23-CE58-758DF920CE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7AAAB5-46D8-2510-F6FF-4D3EC2623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409A7-8034-37D7-09B5-377258B3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2B65F-81B8-0005-F850-1A133CCCC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6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81B387-F035-82BD-DF1C-7489C675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A42A0B-BCC3-4148-0C61-2D929DC2F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DDC44-90AF-B92A-DD73-955C153DB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97CC2-BCB8-C540-945E-CAEFC7C01069}" type="datetimeFigureOut">
              <a:rPr lang="en-US" smtClean="0"/>
              <a:t>9/24/2024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52E72-5B77-1D11-7E70-011213BBF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F723D-1785-E040-2B24-FAE7C49D8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458EF9-76D4-8F45-BB9B-ECF84A5AB1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962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E1DC-F2F1-EE7E-3218-B6CD06078E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TBI, TSET Quiz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16D5EB-06B8-6A8E-9DE6-F0AE42FB5E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720D0-6528-E6D9-FB60-F45063E1C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CD31D-597A-61E6-397E-41B196E99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TBI used for? 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Immunosuppress patient prior to receiving BMT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Typical prescription? 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At Penn: 2 </a:t>
            </a:r>
            <a:r>
              <a:rPr lang="en-US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Gy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1 </a:t>
            </a:r>
            <a:r>
              <a:rPr lang="en-US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fx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12 </a:t>
            </a:r>
            <a:r>
              <a:rPr lang="en-US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Gy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 6 </a:t>
            </a:r>
            <a:r>
              <a:rPr lang="en-US" dirty="0" err="1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fxs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(8Gy TBI + 4Gy w/ lung blocks)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/>
              <a:t>Patient Positioning?</a:t>
            </a:r>
            <a:br>
              <a:rPr lang="en-US" dirty="0"/>
            </a:br>
            <a:endParaRPr lang="en-US" dirty="0"/>
          </a:p>
          <a:p>
            <a:r>
              <a:rPr lang="en-US" dirty="0"/>
              <a:t>Measurement points? </a:t>
            </a:r>
            <a:r>
              <a:rPr lang="en-US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Forehead, neck, chest (placed between the scapula on patient’s back), umbilicus (prescription point), femur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381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52A36-6296-CE48-9C20-96C4EDE3A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7CA63-0269-EEFE-1C22-50D1B742A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TSET used for? </a:t>
            </a:r>
            <a:r>
              <a:rPr lang="en-US" dirty="0">
                <a:effectLst/>
                <a:latin typeface="Arial" panose="020B0604020202020204" pitchFamily="34" charset="0"/>
              </a:rPr>
              <a:t>Cutaneous T-Cell Lymphoma, Mycosis fungoides</a:t>
            </a:r>
            <a:endParaRPr lang="en-US" dirty="0"/>
          </a:p>
          <a:p>
            <a:r>
              <a:rPr lang="en-US" dirty="0"/>
              <a:t>Typical prescription? </a:t>
            </a:r>
            <a:r>
              <a:rPr lang="en-US" dirty="0">
                <a:effectLst/>
                <a:latin typeface="Arial" panose="020B0604020202020204" pitchFamily="34" charset="0"/>
              </a:rPr>
              <a:t>6 x 200 </a:t>
            </a:r>
            <a:r>
              <a:rPr lang="en-US" dirty="0" err="1">
                <a:effectLst/>
                <a:latin typeface="Arial" panose="020B0604020202020204" pitchFamily="34" charset="0"/>
              </a:rPr>
              <a:t>cGy</a:t>
            </a:r>
            <a:r>
              <a:rPr lang="en-US" dirty="0">
                <a:effectLst/>
                <a:latin typeface="Arial" panose="020B0604020202020204" pitchFamily="34" charset="0"/>
              </a:rPr>
              <a:t>, 4 x 200 </a:t>
            </a:r>
            <a:r>
              <a:rPr lang="en-US" dirty="0" err="1">
                <a:effectLst/>
                <a:latin typeface="Arial" panose="020B0604020202020204" pitchFamily="34" charset="0"/>
              </a:rPr>
              <a:t>cGy</a:t>
            </a:r>
            <a:r>
              <a:rPr lang="en-US" dirty="0">
                <a:effectLst/>
                <a:latin typeface="Arial" panose="020B0604020202020204" pitchFamily="34" charset="0"/>
              </a:rPr>
              <a:t> (soles), 4 x 200 </a:t>
            </a:r>
            <a:r>
              <a:rPr lang="en-US" dirty="0" err="1">
                <a:effectLst/>
                <a:latin typeface="Arial" panose="020B0604020202020204" pitchFamily="34" charset="0"/>
              </a:rPr>
              <a:t>cGy</a:t>
            </a:r>
            <a:r>
              <a:rPr lang="en-US" dirty="0">
                <a:effectLst/>
                <a:latin typeface="Arial" panose="020B0604020202020204" pitchFamily="34" charset="0"/>
              </a:rPr>
              <a:t> (perineum) – over 3 weeks  </a:t>
            </a:r>
            <a:endParaRPr lang="en-US" dirty="0"/>
          </a:p>
          <a:p>
            <a:endParaRPr lang="en-US" dirty="0"/>
          </a:p>
          <a:p>
            <a:r>
              <a:rPr lang="en-US" dirty="0"/>
              <a:t>Patient Positioning? </a:t>
            </a:r>
            <a:r>
              <a:rPr lang="en-US" dirty="0">
                <a:solidFill>
                  <a:schemeClr val="bg1"/>
                </a:solidFill>
              </a:rPr>
              <a:t>Stanford technique</a:t>
            </a:r>
            <a:br>
              <a:rPr lang="en-US" dirty="0"/>
            </a:br>
            <a:endParaRPr lang="en-US" dirty="0"/>
          </a:p>
          <a:p>
            <a:r>
              <a:rPr lang="en-US" dirty="0"/>
              <a:t>Measurement points?</a:t>
            </a:r>
          </a:p>
        </p:txBody>
      </p:sp>
    </p:spTree>
    <p:extLst>
      <p:ext uri="{BB962C8B-B14F-4D97-AF65-F5344CB8AC3E}">
        <p14:creationId xmlns:p14="http://schemas.microsoft.com/office/powerpoint/2010/main" val="4241567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1608</TotalTime>
  <Words>124</Words>
  <Application>Microsoft Office PowerPoint</Application>
  <PresentationFormat>Widescreen</PresentationFormat>
  <Paragraphs>14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TBI, TSET Quiz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O'Reilly, Shannon</dc:creator>
  <cp:lastModifiedBy>O'Reilly, Shannon</cp:lastModifiedBy>
  <cp:revision>8</cp:revision>
  <dcterms:created xsi:type="dcterms:W3CDTF">2024-09-23T19:50:43Z</dcterms:created>
  <dcterms:modified xsi:type="dcterms:W3CDTF">2024-09-25T17:18:32Z</dcterms:modified>
</cp:coreProperties>
</file>